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  <p:sldMasterId id="2147483736" r:id="rId2"/>
    <p:sldMasterId id="2147483739" r:id="rId3"/>
    <p:sldMasterId id="2147483754" r:id="rId4"/>
    <p:sldMasterId id="2147483767" r:id="rId5"/>
    <p:sldMasterId id="2147483769" r:id="rId6"/>
  </p:sldMasterIdLst>
  <p:notesMasterIdLst>
    <p:notesMasterId r:id="rId20"/>
  </p:notesMasterIdLst>
  <p:sldIdLst>
    <p:sldId id="256" r:id="rId7"/>
    <p:sldId id="257" r:id="rId8"/>
    <p:sldId id="275" r:id="rId25"/>
    <p:sldId id="258" r:id="rId9"/>
    <p:sldId id="265" r:id="rId10"/>
    <p:sldId id="259" r:id="rId11"/>
    <p:sldId id="267" r:id="rId12"/>
    <p:sldId id="273" r:id="rId13"/>
    <p:sldId id="274" r:id="rId14"/>
    <p:sldId id="276" r:id="rId26"/>
    <p:sldId id="277" r:id="rId27"/>
    <p:sldId id="269" r:id="rId15"/>
    <p:sldId id="270" r:id="rId16"/>
    <p:sldId id="271" r:id="rId17"/>
    <p:sldId id="264" r:id="rId18"/>
    <p:sldId id="263" r:id="rId19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0442C-2FB1-4A64-9ED0-5ED0E5F11296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CDAEB-C914-41FB-BEED-34C34DB2D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35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402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29180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9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://bit.ly/2Tynxth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s://www.presentationgo.com/" TargetMode="Externa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0;p2"/>
          <p:cNvGrpSpPr/>
          <p:nvPr/>
        </p:nvGrpSpPr>
        <p:grpSpPr>
          <a:xfrm>
            <a:off x="0" y="-11"/>
            <a:ext cx="9144003" cy="5143511"/>
            <a:chOff x="0" y="-11"/>
            <a:chExt cx="9144003" cy="5143511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 cstate="print">
              <a:alphaModFix amt="40000"/>
            </a:blip>
            <a:stretch>
              <a:fillRect/>
            </a:stretch>
          </p:blipFill>
          <p:spPr>
            <a:xfrm>
              <a:off x="0" y="-11"/>
              <a:ext cx="9144003" cy="2397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8" y="0"/>
              <a:ext cx="7717135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69825" y="1238850"/>
            <a:ext cx="5804400" cy="18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2500" y="3504354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87850" y="2102909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187800" y="929450"/>
            <a:ext cx="27684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187850" y="347531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-6080572">
            <a:off x="7357825" y="-650032"/>
            <a:ext cx="1859881" cy="202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8;p5"/>
          <p:cNvGrpSpPr/>
          <p:nvPr/>
        </p:nvGrpSpPr>
        <p:grpSpPr>
          <a:xfrm>
            <a:off x="-2736154" y="-2532646"/>
            <a:ext cx="9665434" cy="12031040"/>
            <a:chOff x="-2736154" y="-2532646"/>
            <a:chExt cx="9665434" cy="12031040"/>
          </a:xfrm>
        </p:grpSpPr>
        <p:pic>
          <p:nvPicPr>
            <p:cNvPr id="29" name="Google Shape;29;p5"/>
            <p:cNvPicPr preferRelativeResize="0"/>
            <p:nvPr/>
          </p:nvPicPr>
          <p:blipFill>
            <a:blip r:embed="rId3" cstate="print">
              <a:alphaModFix/>
            </a:blip>
            <a:stretch>
              <a:fillRect/>
            </a:stretch>
          </p:blipFill>
          <p:spPr>
            <a:xfrm rot="6384532">
              <a:off x="-1809626" y="-2542696"/>
              <a:ext cx="3232319" cy="4349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5"/>
            <p:cNvPicPr preferRelativeResize="0"/>
            <p:nvPr/>
          </p:nvPicPr>
          <p:blipFill>
            <a:blip r:embed="rId4" cstate="print">
              <a:alphaModFix amt="18000"/>
            </a:blip>
            <a:stretch>
              <a:fillRect/>
            </a:stretch>
          </p:blipFill>
          <p:spPr>
            <a:xfrm rot="10799995">
              <a:off x="2645630" y="2857270"/>
              <a:ext cx="4283650" cy="66411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290763" y="2337704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945638" y="2337688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290775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4945650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39;p6"/>
          <p:cNvGrpSpPr/>
          <p:nvPr/>
        </p:nvGrpSpPr>
        <p:grpSpPr>
          <a:xfrm>
            <a:off x="50600" y="-1177774"/>
            <a:ext cx="9637306" cy="2466454"/>
            <a:chOff x="50600" y="-1177774"/>
            <a:chExt cx="9637306" cy="2466454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50600" y="-1177774"/>
              <a:ext cx="2253752" cy="2225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4" cstate="print">
              <a:alphaModFix amt="26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>
          <a:blip r:embed="rId3" cstate="print">
            <a:alphaModFix amt="40000"/>
          </a:blip>
          <a:stretch>
            <a:fillRect/>
          </a:stretch>
        </p:blipFill>
        <p:spPr>
          <a:xfrm rot="10800000" flipH="1">
            <a:off x="0" y="2745889"/>
            <a:ext cx="9144003" cy="23976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720000" y="1554150"/>
            <a:ext cx="4401600" cy="30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naheim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9;p8"/>
          <p:cNvGrpSpPr/>
          <p:nvPr/>
        </p:nvGrpSpPr>
        <p:grpSpPr>
          <a:xfrm>
            <a:off x="-1326274" y="222183"/>
            <a:ext cx="11453645" cy="6483616"/>
            <a:chOff x="-1326274" y="222183"/>
            <a:chExt cx="11453645" cy="6483616"/>
          </a:xfrm>
        </p:grpSpPr>
        <p:pic>
          <p:nvPicPr>
            <p:cNvPr id="50" name="Google Shape;50;p8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5" cstate="print">
              <a:alphaModFix/>
            </a:blip>
            <a:stretch>
              <a:fillRect/>
            </a:stretch>
          </p:blipFill>
          <p:spPr>
            <a:xfrm rot="-626902">
              <a:off x="-1012802" y="2777516"/>
              <a:ext cx="2756456" cy="3709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8"/>
            <p:cNvPicPr preferRelativeResize="0"/>
            <p:nvPr/>
          </p:nvPicPr>
          <p:blipFill>
            <a:blip r:embed="rId6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9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 flipH="1">
            <a:off x="5176550" y="1294100"/>
            <a:ext cx="3252300" cy="121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 flipH="1">
            <a:off x="5176550" y="2664600"/>
            <a:ext cx="3252300" cy="11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307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720000" y="3883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1"/>
          <p:cNvPicPr preferRelativeResize="0"/>
          <p:nvPr/>
        </p:nvPicPr>
        <p:blipFill>
          <a:blip r:embed="rId3" cstate="print">
            <a:alphaModFix amt="48000"/>
          </a:blip>
          <a:stretch>
            <a:fillRect/>
          </a:stretch>
        </p:blipFill>
        <p:spPr>
          <a:xfrm rot="4861616">
            <a:off x="2643919" y="-1295605"/>
            <a:ext cx="3574490" cy="757035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68850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284000" y="3553300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71;p13"/>
          <p:cNvGrpSpPr/>
          <p:nvPr/>
        </p:nvGrpSpPr>
        <p:grpSpPr>
          <a:xfrm>
            <a:off x="-891002" y="-1228775"/>
            <a:ext cx="10578908" cy="2929874"/>
            <a:chOff x="-891002" y="-1228775"/>
            <a:chExt cx="10578908" cy="2929874"/>
          </a:xfrm>
        </p:grpSpPr>
        <p:pic>
          <p:nvPicPr>
            <p:cNvPr id="72" name="Google Shape;72;p13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3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"/>
          </p:nvPr>
        </p:nvSpPr>
        <p:spPr>
          <a:xfrm>
            <a:off x="7200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3" hasCustomPrompt="1"/>
          </p:nvPr>
        </p:nvSpPr>
        <p:spPr>
          <a:xfrm>
            <a:off x="12505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7200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/>
          </p:nvPr>
        </p:nvSpPr>
        <p:spPr>
          <a:xfrm>
            <a:off x="34038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5" hasCustomPrompt="1"/>
          </p:nvPr>
        </p:nvSpPr>
        <p:spPr>
          <a:xfrm>
            <a:off x="39343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34038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7"/>
          </p:nvPr>
        </p:nvSpPr>
        <p:spPr>
          <a:xfrm>
            <a:off x="60876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8" hasCustomPrompt="1"/>
          </p:nvPr>
        </p:nvSpPr>
        <p:spPr>
          <a:xfrm>
            <a:off x="66181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9"/>
          </p:nvPr>
        </p:nvSpPr>
        <p:spPr>
          <a:xfrm>
            <a:off x="60876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/>
          </p:nvPr>
        </p:nvSpPr>
        <p:spPr>
          <a:xfrm>
            <a:off x="7200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12505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5"/>
          </p:nvPr>
        </p:nvSpPr>
        <p:spPr>
          <a:xfrm>
            <a:off x="7200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6"/>
          </p:nvPr>
        </p:nvSpPr>
        <p:spPr>
          <a:xfrm>
            <a:off x="34038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7" hasCustomPrompt="1"/>
          </p:nvPr>
        </p:nvSpPr>
        <p:spPr>
          <a:xfrm>
            <a:off x="39343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8"/>
          </p:nvPr>
        </p:nvSpPr>
        <p:spPr>
          <a:xfrm>
            <a:off x="34038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9"/>
          </p:nvPr>
        </p:nvSpPr>
        <p:spPr>
          <a:xfrm>
            <a:off x="60876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0" hasCustomPrompt="1"/>
          </p:nvPr>
        </p:nvSpPr>
        <p:spPr>
          <a:xfrm>
            <a:off x="66181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21"/>
          </p:nvPr>
        </p:nvSpPr>
        <p:spPr>
          <a:xfrm>
            <a:off x="60876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95;p14"/>
          <p:cNvGrpSpPr/>
          <p:nvPr/>
        </p:nvGrpSpPr>
        <p:grpSpPr>
          <a:xfrm rot="10800000" flipH="1">
            <a:off x="-1002602" y="2626046"/>
            <a:ext cx="10690508" cy="3876129"/>
            <a:chOff x="-1002602" y="-2587450"/>
            <a:chExt cx="10690508" cy="3876129"/>
          </a:xfrm>
        </p:grpSpPr>
        <p:pic>
          <p:nvPicPr>
            <p:cNvPr id="96" name="Google Shape;96;p14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02602" y="-258745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4"/>
            <p:cNvPicPr preferRelativeResize="0"/>
            <p:nvPr/>
          </p:nvPicPr>
          <p:blipFill rotWithShape="1">
            <a:blip r:embed="rId4" cstate="print">
              <a:alphaModFix amt="31000"/>
            </a:blip>
            <a:srcRect l="-115660" t="-15070" r="115660" b="15069"/>
            <a:stretch/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720000" y="2117188"/>
            <a:ext cx="23364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2"/>
          </p:nvPr>
        </p:nvSpPr>
        <p:spPr>
          <a:xfrm>
            <a:off x="3980038" y="1027588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3" hasCustomPrompt="1"/>
          </p:nvPr>
        </p:nvSpPr>
        <p:spPr>
          <a:xfrm>
            <a:off x="3093426" y="10275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6216076" y="1027588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4"/>
          </p:nvPr>
        </p:nvSpPr>
        <p:spPr>
          <a:xfrm>
            <a:off x="3980038" y="2354195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5" hasCustomPrompt="1"/>
          </p:nvPr>
        </p:nvSpPr>
        <p:spPr>
          <a:xfrm>
            <a:off x="3093434" y="23541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6"/>
          </p:nvPr>
        </p:nvSpPr>
        <p:spPr>
          <a:xfrm>
            <a:off x="6216076" y="2354195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7"/>
          </p:nvPr>
        </p:nvSpPr>
        <p:spPr>
          <a:xfrm>
            <a:off x="3980038" y="3555390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8" hasCustomPrompt="1"/>
          </p:nvPr>
        </p:nvSpPr>
        <p:spPr>
          <a:xfrm>
            <a:off x="3091425" y="35553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9"/>
          </p:nvPr>
        </p:nvSpPr>
        <p:spPr>
          <a:xfrm>
            <a:off x="6216076" y="3555390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Table of contents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10;p15"/>
          <p:cNvGrpSpPr/>
          <p:nvPr/>
        </p:nvGrpSpPr>
        <p:grpSpPr>
          <a:xfrm flipH="1">
            <a:off x="-1390802" y="299725"/>
            <a:ext cx="11262196" cy="4113879"/>
            <a:chOff x="-1074490" y="299725"/>
            <a:chExt cx="11262196" cy="4113879"/>
          </a:xfrm>
        </p:grpSpPr>
        <p:pic>
          <p:nvPicPr>
            <p:cNvPr id="111" name="Google Shape;111;p15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74490" y="2997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5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965524" y="200285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title" idx="2"/>
          </p:nvPr>
        </p:nvSpPr>
        <p:spPr>
          <a:xfrm>
            <a:off x="18883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title" idx="3" hasCustomPrompt="1"/>
          </p:nvPr>
        </p:nvSpPr>
        <p:spPr>
          <a:xfrm>
            <a:off x="24189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subTitle" idx="1"/>
          </p:nvPr>
        </p:nvSpPr>
        <p:spPr>
          <a:xfrm>
            <a:off x="18883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 idx="4"/>
          </p:nvPr>
        </p:nvSpPr>
        <p:spPr>
          <a:xfrm>
            <a:off x="45721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 idx="5" hasCustomPrompt="1"/>
          </p:nvPr>
        </p:nvSpPr>
        <p:spPr>
          <a:xfrm>
            <a:off x="51027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5"/>
          <p:cNvSpPr txBox="1">
            <a:spLocks noGrp="1"/>
          </p:cNvSpPr>
          <p:nvPr>
            <p:ph type="subTitle" idx="6"/>
          </p:nvPr>
        </p:nvSpPr>
        <p:spPr>
          <a:xfrm>
            <a:off x="45721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title" idx="7"/>
          </p:nvPr>
        </p:nvSpPr>
        <p:spPr>
          <a:xfrm>
            <a:off x="18883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title" idx="8" hasCustomPrompt="1"/>
          </p:nvPr>
        </p:nvSpPr>
        <p:spPr>
          <a:xfrm>
            <a:off x="24189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9"/>
          </p:nvPr>
        </p:nvSpPr>
        <p:spPr>
          <a:xfrm>
            <a:off x="18883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title" idx="13"/>
          </p:nvPr>
        </p:nvSpPr>
        <p:spPr>
          <a:xfrm>
            <a:off x="45721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title" idx="14" hasCustomPrompt="1"/>
          </p:nvPr>
        </p:nvSpPr>
        <p:spPr>
          <a:xfrm>
            <a:off x="51027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5"/>
          </p:nvPr>
        </p:nvSpPr>
        <p:spPr>
          <a:xfrm>
            <a:off x="45721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-939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 flipH="1">
            <a:off x="2132450" y="1482875"/>
            <a:ext cx="49785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1"/>
          </p:nvPr>
        </p:nvSpPr>
        <p:spPr>
          <a:xfrm flipH="1">
            <a:off x="2132450" y="2389840"/>
            <a:ext cx="4978500" cy="12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34;p17"/>
          <p:cNvGrpSpPr/>
          <p:nvPr/>
        </p:nvGrpSpPr>
        <p:grpSpPr>
          <a:xfrm>
            <a:off x="0" y="-805349"/>
            <a:ext cx="9763800" cy="7934649"/>
            <a:chOff x="0" y="-805349"/>
            <a:chExt cx="9763800" cy="7934649"/>
          </a:xfrm>
        </p:grpSpPr>
        <p:pic>
          <p:nvPicPr>
            <p:cNvPr id="135" name="Google Shape;135;p17"/>
            <p:cNvPicPr preferRelativeResize="0"/>
            <p:nvPr/>
          </p:nvPicPr>
          <p:blipFill>
            <a:blip r:embed="rId3" cstate="print">
              <a:alphaModFix amt="21000"/>
            </a:blip>
            <a:stretch>
              <a:fillRect/>
            </a:stretch>
          </p:blipFill>
          <p:spPr>
            <a:xfrm rot="-5400000">
              <a:off x="-2349749" y="2349750"/>
              <a:ext cx="7129298" cy="2429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7"/>
            <p:cNvPicPr preferRelativeResize="0"/>
            <p:nvPr/>
          </p:nvPicPr>
          <p:blipFill>
            <a:blip r:embed="rId4" cstate="print">
              <a:alphaModFix amt="40000"/>
            </a:blip>
            <a:stretch>
              <a:fillRect/>
            </a:stretch>
          </p:blipFill>
          <p:spPr>
            <a:xfrm>
              <a:off x="7439551" y="-805349"/>
              <a:ext cx="2324250" cy="22947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 cstate="print">
            <a:alphaModFix amt="60000"/>
          </a:blip>
          <a:stretch>
            <a:fillRect/>
          </a:stretch>
        </p:blipFill>
        <p:spPr>
          <a:xfrm>
            <a:off x="-1029327" y="3181250"/>
            <a:ext cx="2881223" cy="292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 cstate="print">
            <a:alphaModFix/>
          </a:blip>
          <a:stretch>
            <a:fillRect/>
          </a:stretch>
        </p:blipFill>
        <p:spPr>
          <a:xfrm rot="9116214">
            <a:off x="7511526" y="565727"/>
            <a:ext cx="2981601" cy="401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44;p19"/>
          <p:cNvGrpSpPr/>
          <p:nvPr/>
        </p:nvGrpSpPr>
        <p:grpSpPr>
          <a:xfrm>
            <a:off x="-576577" y="-1474725"/>
            <a:ext cx="10363825" cy="2929874"/>
            <a:chOff x="-576577" y="-1227375"/>
            <a:chExt cx="10363825" cy="2929874"/>
          </a:xfrm>
        </p:grpSpPr>
        <p:pic>
          <p:nvPicPr>
            <p:cNvPr id="145" name="Google Shape;145;p19"/>
            <p:cNvPicPr preferRelativeResize="0"/>
            <p:nvPr/>
          </p:nvPicPr>
          <p:blipFill>
            <a:blip r:embed="rId3" cstate="print">
              <a:alphaModFix amt="52000"/>
            </a:blip>
            <a:stretch>
              <a:fillRect/>
            </a:stretch>
          </p:blipFill>
          <p:spPr>
            <a:xfrm flipH="1">
              <a:off x="7474223" y="-1184322"/>
              <a:ext cx="2313025" cy="251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9"/>
            <p:cNvPicPr preferRelativeResize="0"/>
            <p:nvPr/>
          </p:nvPicPr>
          <p:blipFill>
            <a:blip r:embed="rId4" cstate="print">
              <a:alphaModFix amt="57000"/>
            </a:blip>
            <a:stretch>
              <a:fillRect/>
            </a:stretch>
          </p:blipFill>
          <p:spPr>
            <a:xfrm>
              <a:off x="-576577" y="-12273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1;p20"/>
          <p:cNvGrpSpPr/>
          <p:nvPr/>
        </p:nvGrpSpPr>
        <p:grpSpPr>
          <a:xfrm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152" name="Google Shape;152;p2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0"/>
            <p:cNvPicPr preferRelativeResize="0"/>
            <p:nvPr/>
          </p:nvPicPr>
          <p:blipFill>
            <a:blip r:embed="rId4" cstate="print">
              <a:alphaModFix amt="47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7;p21"/>
          <p:cNvGrpSpPr/>
          <p:nvPr/>
        </p:nvGrpSpPr>
        <p:grpSpPr>
          <a:xfrm>
            <a:off x="-2260370" y="-3743099"/>
            <a:ext cx="14611870" cy="7885148"/>
            <a:chOff x="-2459845" y="-4046299"/>
            <a:chExt cx="14611870" cy="7885148"/>
          </a:xfrm>
        </p:grpSpPr>
        <p:pic>
          <p:nvPicPr>
            <p:cNvPr id="158" name="Google Shape;158;p21"/>
            <p:cNvPicPr preferRelativeResize="0"/>
            <p:nvPr/>
          </p:nvPicPr>
          <p:blipFill>
            <a:blip r:embed="rId3" cstate="print">
              <a:alphaModFix amt="32000"/>
            </a:blip>
            <a:stretch>
              <a:fillRect/>
            </a:stretch>
          </p:blipFill>
          <p:spPr>
            <a:xfrm rot="-10558877">
              <a:off x="-2298947" y="-1597926"/>
              <a:ext cx="3030302" cy="469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1"/>
            <p:cNvPicPr preferRelativeResize="0"/>
            <p:nvPr/>
          </p:nvPicPr>
          <p:blipFill>
            <a:blip r:embed="rId4" cstate="print">
              <a:alphaModFix amt="50000"/>
            </a:blip>
            <a:stretch>
              <a:fillRect/>
            </a:stretch>
          </p:blipFill>
          <p:spPr>
            <a:xfrm>
              <a:off x="8428901" y="-40462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4237673" y="1775425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title" idx="2" hasCustomPrompt="1"/>
          </p:nvPr>
        </p:nvSpPr>
        <p:spPr>
          <a:xfrm>
            <a:off x="2474011" y="1592863"/>
            <a:ext cx="2112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1"/>
          </p:nvPr>
        </p:nvSpPr>
        <p:spPr>
          <a:xfrm>
            <a:off x="4237673" y="314953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 cstate="print">
            <a:alphaModFix amt="49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7"/>
            <a:ext cx="9144003" cy="6094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4" cstate="print">
            <a:alphaModFix amt="44000"/>
          </a:blip>
          <a:stretch>
            <a:fillRect/>
          </a:stretch>
        </p:blipFill>
        <p:spPr>
          <a:xfrm>
            <a:off x="-844998" y="-1237050"/>
            <a:ext cx="4705600" cy="47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887557" y="1850495"/>
            <a:ext cx="29718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title" idx="2" hasCustomPrompt="1"/>
          </p:nvPr>
        </p:nvSpPr>
        <p:spPr>
          <a:xfrm>
            <a:off x="5091347" y="1436750"/>
            <a:ext cx="2165100" cy="18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1"/>
          </p:nvPr>
        </p:nvSpPr>
        <p:spPr>
          <a:xfrm>
            <a:off x="1892557" y="3192962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80;p25"/>
          <p:cNvGrpSpPr/>
          <p:nvPr/>
        </p:nvGrpSpPr>
        <p:grpSpPr>
          <a:xfrm>
            <a:off x="7353187" y="285158"/>
            <a:ext cx="1435761" cy="1460042"/>
            <a:chOff x="557362" y="374583"/>
            <a:chExt cx="1435761" cy="1460042"/>
          </a:xfrm>
        </p:grpSpPr>
        <p:pic>
          <p:nvPicPr>
            <p:cNvPr id="181" name="Google Shape;181;p25"/>
            <p:cNvPicPr preferRelativeResize="0"/>
            <p:nvPr/>
          </p:nvPicPr>
          <p:blipFill>
            <a:blip r:embed="rId4" cstate="print">
              <a:alphaModFix amt="49000"/>
            </a:blip>
            <a:stretch>
              <a:fillRect/>
            </a:stretch>
          </p:blipFill>
          <p:spPr>
            <a:xfrm>
              <a:off x="715100" y="5350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5"/>
            <p:cNvPicPr preferRelativeResize="0"/>
            <p:nvPr/>
          </p:nvPicPr>
          <p:blipFill>
            <a:blip r:embed="rId5" cstate="print">
              <a:alphaModFix amt="44000"/>
            </a:blip>
            <a:stretch>
              <a:fillRect/>
            </a:stretch>
          </p:blipFill>
          <p:spPr>
            <a:xfrm flipH="1">
              <a:off x="557362" y="3745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2655850" y="1107700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title" idx="2" hasCustomPrompt="1"/>
          </p:nvPr>
        </p:nvSpPr>
        <p:spPr>
          <a:xfrm>
            <a:off x="2996500" y="314725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" name="Google Shape;185;p25"/>
          <p:cNvSpPr txBox="1">
            <a:spLocks noGrp="1"/>
          </p:cNvSpPr>
          <p:nvPr>
            <p:ph type="subTitle" idx="1"/>
          </p:nvPr>
        </p:nvSpPr>
        <p:spPr>
          <a:xfrm>
            <a:off x="3187750" y="2483994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3992510" y="1565802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title" idx="2" hasCustomPrompt="1"/>
          </p:nvPr>
        </p:nvSpPr>
        <p:spPr>
          <a:xfrm>
            <a:off x="2265764" y="151451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1"/>
          </p:nvPr>
        </p:nvSpPr>
        <p:spPr>
          <a:xfrm>
            <a:off x="3992510" y="2929678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 header 5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94;p27"/>
          <p:cNvGrpSpPr/>
          <p:nvPr/>
        </p:nvGrpSpPr>
        <p:grpSpPr>
          <a:xfrm>
            <a:off x="-663524" y="-279925"/>
            <a:ext cx="5639853" cy="7085221"/>
            <a:chOff x="-663524" y="-279925"/>
            <a:chExt cx="5639853" cy="7085221"/>
          </a:xfrm>
        </p:grpSpPr>
        <p:pic>
          <p:nvPicPr>
            <p:cNvPr id="195" name="Google Shape;195;p27"/>
            <p:cNvPicPr preferRelativeResize="0"/>
            <p:nvPr/>
          </p:nvPicPr>
          <p:blipFill>
            <a:blip r:embed="rId3" cstate="print">
              <a:alphaModFix amt="26000"/>
            </a:blip>
            <a:stretch>
              <a:fillRect/>
            </a:stretch>
          </p:blipFill>
          <p:spPr>
            <a:xfrm rot="8851044" flipH="1">
              <a:off x="905324" y="16405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7"/>
            <p:cNvPicPr preferRelativeResize="0"/>
            <p:nvPr/>
          </p:nvPicPr>
          <p:blipFill>
            <a:blip r:embed="rId4" cstate="print">
              <a:alphaModFix amt="37000"/>
            </a:blip>
            <a:stretch>
              <a:fillRect/>
            </a:stretch>
          </p:blipFill>
          <p:spPr>
            <a:xfrm>
              <a:off x="1578325" y="-229924"/>
              <a:ext cx="660099" cy="671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7"/>
            <p:cNvPicPr preferRelativeResize="0"/>
            <p:nvPr/>
          </p:nvPicPr>
          <p:blipFill>
            <a:blip r:embed="rId5" cstate="print">
              <a:alphaModFix amt="33000"/>
            </a:blip>
            <a:stretch>
              <a:fillRect/>
            </a:stretch>
          </p:blipFill>
          <p:spPr>
            <a:xfrm flipH="1">
              <a:off x="-663524" y="-279925"/>
              <a:ext cx="1947024" cy="19800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1976457" y="1562421"/>
            <a:ext cx="31509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title" idx="2" hasCustomPrompt="1"/>
          </p:nvPr>
        </p:nvSpPr>
        <p:spPr>
          <a:xfrm>
            <a:off x="3748582" y="1549507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0" name="Google Shape;200;p27"/>
          <p:cNvSpPr txBox="1">
            <a:spLocks noGrp="1"/>
          </p:cNvSpPr>
          <p:nvPr>
            <p:ph type="subTitle" idx="1"/>
          </p:nvPr>
        </p:nvSpPr>
        <p:spPr>
          <a:xfrm>
            <a:off x="2155557" y="2933311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3865000" y="3575328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1"/>
          </p:nvPr>
        </p:nvSpPr>
        <p:spPr>
          <a:xfrm>
            <a:off x="2462250" y="1347275"/>
            <a:ext cx="5967000" cy="20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 cstate="print">
            <a:alphaModFix amt="21000"/>
          </a:blip>
          <a:stretch>
            <a:fillRect/>
          </a:stretch>
        </p:blipFill>
        <p:spPr>
          <a:xfrm rot="1586418">
            <a:off x="-764950" y="60749"/>
            <a:ext cx="3165078" cy="4906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8;p29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209" name="Google Shape;209;p29"/>
            <p:cNvPicPr preferRelativeResize="0"/>
            <p:nvPr/>
          </p:nvPicPr>
          <p:blipFill>
            <a:blip r:embed="rId3" cstate="print">
              <a:alphaModFix amt="44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9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9"/>
          <p:cNvSpPr txBox="1">
            <a:spLocks noGrp="1"/>
          </p:cNvSpPr>
          <p:nvPr>
            <p:ph type="subTitle" idx="1"/>
          </p:nvPr>
        </p:nvSpPr>
        <p:spPr>
          <a:xfrm>
            <a:off x="720000" y="3603150"/>
            <a:ext cx="2586600" cy="10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720000" y="2328775"/>
            <a:ext cx="25866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>
          <a:blip r:embed="rId3" cstate="print">
            <a:alphaModFix amt="17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0"/>
          <p:cNvSpPr txBox="1">
            <a:spLocks noGrp="1"/>
          </p:cNvSpPr>
          <p:nvPr>
            <p:ph type="subTitle" idx="1"/>
          </p:nvPr>
        </p:nvSpPr>
        <p:spPr>
          <a:xfrm>
            <a:off x="715100" y="2935500"/>
            <a:ext cx="31806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715100" y="1341800"/>
            <a:ext cx="3751800" cy="13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>
            <a:spLocks noGrp="1"/>
          </p:cNvSpPr>
          <p:nvPr>
            <p:ph type="subTitle" idx="1"/>
          </p:nvPr>
        </p:nvSpPr>
        <p:spPr>
          <a:xfrm>
            <a:off x="4263100" y="2740825"/>
            <a:ext cx="38208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4263100" y="1871650"/>
            <a:ext cx="3820800" cy="65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>
            <a:spLocks noGrp="1"/>
          </p:cNvSpPr>
          <p:nvPr>
            <p:ph type="subTitle" idx="1"/>
          </p:nvPr>
        </p:nvSpPr>
        <p:spPr>
          <a:xfrm>
            <a:off x="715100" y="1274025"/>
            <a:ext cx="7713900" cy="28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1" name="Google Shape;231;p33"/>
          <p:cNvSpPr txBox="1">
            <a:spLocks noGrp="1"/>
          </p:cNvSpPr>
          <p:nvPr>
            <p:ph type="subTitle" idx="1"/>
          </p:nvPr>
        </p:nvSpPr>
        <p:spPr>
          <a:xfrm>
            <a:off x="715100" y="1175650"/>
            <a:ext cx="40047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subTitle" idx="2"/>
          </p:nvPr>
        </p:nvSpPr>
        <p:spPr>
          <a:xfrm>
            <a:off x="4994900" y="1175650"/>
            <a:ext cx="34290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-753722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>
            <a:spLocks noGrp="1"/>
          </p:cNvSpPr>
          <p:nvPr>
            <p:ph type="subTitle" idx="1"/>
          </p:nvPr>
        </p:nvSpPr>
        <p:spPr>
          <a:xfrm>
            <a:off x="1290763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subTitle" idx="2"/>
          </p:nvPr>
        </p:nvSpPr>
        <p:spPr>
          <a:xfrm>
            <a:off x="4945638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subTitle" idx="3"/>
          </p:nvPr>
        </p:nvSpPr>
        <p:spPr>
          <a:xfrm>
            <a:off x="1290775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1" name="Google Shape;241;p34"/>
          <p:cNvSpPr txBox="1">
            <a:spLocks noGrp="1"/>
          </p:cNvSpPr>
          <p:nvPr>
            <p:ph type="subTitle" idx="4"/>
          </p:nvPr>
        </p:nvSpPr>
        <p:spPr>
          <a:xfrm>
            <a:off x="4945650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44;p35"/>
          <p:cNvGrpSpPr/>
          <p:nvPr/>
        </p:nvGrpSpPr>
        <p:grpSpPr>
          <a:xfrm flipH="1">
            <a:off x="-1059374" y="202758"/>
            <a:ext cx="9874808" cy="5928742"/>
            <a:chOff x="252562" y="222183"/>
            <a:chExt cx="9874808" cy="5928742"/>
          </a:xfrm>
        </p:grpSpPr>
        <p:pic>
          <p:nvPicPr>
            <p:cNvPr id="245" name="Google Shape;245;p35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35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35"/>
            <p:cNvPicPr preferRelativeResize="0"/>
            <p:nvPr/>
          </p:nvPicPr>
          <p:blipFill>
            <a:blip r:embed="rId5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4010875" y="1307100"/>
            <a:ext cx="4419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996263" y="3841453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6"/>
          <p:cNvSpPr txBox="1">
            <a:spLocks noGrp="1"/>
          </p:cNvSpPr>
          <p:nvPr>
            <p:ph type="body" idx="1"/>
          </p:nvPr>
        </p:nvSpPr>
        <p:spPr>
          <a:xfrm>
            <a:off x="2638050" y="1792100"/>
            <a:ext cx="3867900" cy="25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2638050" y="840725"/>
            <a:ext cx="27057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3620328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7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6802252" y="-21061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>
            <a:spLocks noGrp="1"/>
          </p:cNvSpPr>
          <p:nvPr>
            <p:ph type="subTitle" idx="1"/>
          </p:nvPr>
        </p:nvSpPr>
        <p:spPr>
          <a:xfrm>
            <a:off x="715100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0" name="Google Shape;260;p37"/>
          <p:cNvSpPr txBox="1">
            <a:spLocks noGrp="1"/>
          </p:cNvSpPr>
          <p:nvPr>
            <p:ph type="subTitle" idx="2"/>
          </p:nvPr>
        </p:nvSpPr>
        <p:spPr>
          <a:xfrm>
            <a:off x="4638325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">
  <p:cSld name="Title and eight columns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8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8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7" name="Google Shape;267;p38"/>
          <p:cNvSpPr txBox="1">
            <a:spLocks noGrp="1"/>
          </p:cNvSpPr>
          <p:nvPr>
            <p:ph type="subTitle" idx="1"/>
          </p:nvPr>
        </p:nvSpPr>
        <p:spPr>
          <a:xfrm>
            <a:off x="1881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8" name="Google Shape;268;p38"/>
          <p:cNvSpPr txBox="1">
            <a:spLocks noGrp="1"/>
          </p:cNvSpPr>
          <p:nvPr>
            <p:ph type="title" idx="2" hasCustomPrompt="1"/>
          </p:nvPr>
        </p:nvSpPr>
        <p:spPr>
          <a:xfrm>
            <a:off x="842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8"/>
          <p:cNvSpPr txBox="1">
            <a:spLocks noGrp="1"/>
          </p:cNvSpPr>
          <p:nvPr>
            <p:ph type="subTitle" idx="3"/>
          </p:nvPr>
        </p:nvSpPr>
        <p:spPr>
          <a:xfrm>
            <a:off x="1881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0" name="Google Shape;270;p38"/>
          <p:cNvSpPr txBox="1">
            <a:spLocks noGrp="1"/>
          </p:cNvSpPr>
          <p:nvPr>
            <p:ph type="title" idx="4" hasCustomPrompt="1"/>
          </p:nvPr>
        </p:nvSpPr>
        <p:spPr>
          <a:xfrm>
            <a:off x="842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38"/>
          <p:cNvSpPr txBox="1">
            <a:spLocks noGrp="1"/>
          </p:cNvSpPr>
          <p:nvPr>
            <p:ph type="subTitle" idx="5"/>
          </p:nvPr>
        </p:nvSpPr>
        <p:spPr>
          <a:xfrm>
            <a:off x="1881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2" name="Google Shape;272;p38"/>
          <p:cNvSpPr txBox="1">
            <a:spLocks noGrp="1"/>
          </p:cNvSpPr>
          <p:nvPr>
            <p:ph type="title" idx="6" hasCustomPrompt="1"/>
          </p:nvPr>
        </p:nvSpPr>
        <p:spPr>
          <a:xfrm>
            <a:off x="842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p38"/>
          <p:cNvSpPr txBox="1">
            <a:spLocks noGrp="1"/>
          </p:cNvSpPr>
          <p:nvPr>
            <p:ph type="subTitle" idx="7"/>
          </p:nvPr>
        </p:nvSpPr>
        <p:spPr>
          <a:xfrm>
            <a:off x="1881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4" name="Google Shape;274;p38"/>
          <p:cNvSpPr txBox="1">
            <a:spLocks noGrp="1"/>
          </p:cNvSpPr>
          <p:nvPr>
            <p:ph type="title" idx="8" hasCustomPrompt="1"/>
          </p:nvPr>
        </p:nvSpPr>
        <p:spPr>
          <a:xfrm>
            <a:off x="842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38"/>
          <p:cNvSpPr txBox="1">
            <a:spLocks noGrp="1"/>
          </p:cNvSpPr>
          <p:nvPr>
            <p:ph type="subTitle" idx="9"/>
          </p:nvPr>
        </p:nvSpPr>
        <p:spPr>
          <a:xfrm>
            <a:off x="5770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6" name="Google Shape;276;p38"/>
          <p:cNvSpPr txBox="1">
            <a:spLocks noGrp="1"/>
          </p:cNvSpPr>
          <p:nvPr>
            <p:ph type="title" idx="13" hasCustomPrompt="1"/>
          </p:nvPr>
        </p:nvSpPr>
        <p:spPr>
          <a:xfrm>
            <a:off x="4731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38"/>
          <p:cNvSpPr txBox="1">
            <a:spLocks noGrp="1"/>
          </p:cNvSpPr>
          <p:nvPr>
            <p:ph type="subTitle" idx="14"/>
          </p:nvPr>
        </p:nvSpPr>
        <p:spPr>
          <a:xfrm>
            <a:off x="5770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8" name="Google Shape;278;p38"/>
          <p:cNvSpPr txBox="1">
            <a:spLocks noGrp="1"/>
          </p:cNvSpPr>
          <p:nvPr>
            <p:ph type="title" idx="15" hasCustomPrompt="1"/>
          </p:nvPr>
        </p:nvSpPr>
        <p:spPr>
          <a:xfrm>
            <a:off x="4731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38"/>
          <p:cNvSpPr txBox="1">
            <a:spLocks noGrp="1"/>
          </p:cNvSpPr>
          <p:nvPr>
            <p:ph type="subTitle" idx="16"/>
          </p:nvPr>
        </p:nvSpPr>
        <p:spPr>
          <a:xfrm>
            <a:off x="5770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0" name="Google Shape;280;p38"/>
          <p:cNvSpPr txBox="1">
            <a:spLocks noGrp="1"/>
          </p:cNvSpPr>
          <p:nvPr>
            <p:ph type="title" idx="17" hasCustomPrompt="1"/>
          </p:nvPr>
        </p:nvSpPr>
        <p:spPr>
          <a:xfrm>
            <a:off x="4731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81" name="Google Shape;281;p38"/>
          <p:cNvSpPr txBox="1">
            <a:spLocks noGrp="1"/>
          </p:cNvSpPr>
          <p:nvPr>
            <p:ph type="subTitle" idx="18"/>
          </p:nvPr>
        </p:nvSpPr>
        <p:spPr>
          <a:xfrm>
            <a:off x="5770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title" idx="19" hasCustomPrompt="1"/>
          </p:nvPr>
        </p:nvSpPr>
        <p:spPr>
          <a:xfrm>
            <a:off x="4731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9"/>
          <p:cNvSpPr txBox="1">
            <a:spLocks noGrp="1"/>
          </p:cNvSpPr>
          <p:nvPr>
            <p:ph type="subTitle" idx="1"/>
          </p:nvPr>
        </p:nvSpPr>
        <p:spPr>
          <a:xfrm>
            <a:off x="715100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8" name="Google Shape;288;p39"/>
          <p:cNvSpPr txBox="1">
            <a:spLocks noGrp="1"/>
          </p:cNvSpPr>
          <p:nvPr>
            <p:ph type="subTitle" idx="2"/>
          </p:nvPr>
        </p:nvSpPr>
        <p:spPr>
          <a:xfrm>
            <a:off x="4638325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9" name="Google Shape;289;p3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0" name="Google Shape;290;p39"/>
          <p:cNvSpPr txBox="1">
            <a:spLocks noGrp="1"/>
          </p:cNvSpPr>
          <p:nvPr>
            <p:ph type="title" idx="3"/>
          </p:nvPr>
        </p:nvSpPr>
        <p:spPr>
          <a:xfrm>
            <a:off x="715100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1" name="Google Shape;291;p39"/>
          <p:cNvSpPr txBox="1">
            <a:spLocks noGrp="1"/>
          </p:cNvSpPr>
          <p:nvPr>
            <p:ph type="title" idx="4"/>
          </p:nvPr>
        </p:nvSpPr>
        <p:spPr>
          <a:xfrm>
            <a:off x="4638325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0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>
            <a:spLocks noGrp="1"/>
          </p:cNvSpPr>
          <p:nvPr>
            <p:ph type="title"/>
          </p:nvPr>
        </p:nvSpPr>
        <p:spPr>
          <a:xfrm>
            <a:off x="7200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6" name="Google Shape;296;p40"/>
          <p:cNvSpPr txBox="1">
            <a:spLocks noGrp="1"/>
          </p:cNvSpPr>
          <p:nvPr>
            <p:ph type="subTitle" idx="1"/>
          </p:nvPr>
        </p:nvSpPr>
        <p:spPr>
          <a:xfrm>
            <a:off x="7200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7" name="Google Shape;297;p40"/>
          <p:cNvSpPr txBox="1">
            <a:spLocks noGrp="1"/>
          </p:cNvSpPr>
          <p:nvPr>
            <p:ph type="title" idx="2"/>
          </p:nvPr>
        </p:nvSpPr>
        <p:spPr>
          <a:xfrm>
            <a:off x="34038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8" name="Google Shape;298;p40"/>
          <p:cNvSpPr txBox="1">
            <a:spLocks noGrp="1"/>
          </p:cNvSpPr>
          <p:nvPr>
            <p:ph type="subTitle" idx="3"/>
          </p:nvPr>
        </p:nvSpPr>
        <p:spPr>
          <a:xfrm>
            <a:off x="34038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40"/>
          <p:cNvSpPr txBox="1">
            <a:spLocks noGrp="1"/>
          </p:cNvSpPr>
          <p:nvPr>
            <p:ph type="title" idx="4"/>
          </p:nvPr>
        </p:nvSpPr>
        <p:spPr>
          <a:xfrm>
            <a:off x="60876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0" name="Google Shape;300;p40"/>
          <p:cNvSpPr txBox="1">
            <a:spLocks noGrp="1"/>
          </p:cNvSpPr>
          <p:nvPr>
            <p:ph type="subTitle" idx="5"/>
          </p:nvPr>
        </p:nvSpPr>
        <p:spPr>
          <a:xfrm>
            <a:off x="60876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1"/>
          <p:cNvSpPr txBox="1">
            <a:spLocks noGrp="1"/>
          </p:cNvSpPr>
          <p:nvPr>
            <p:ph type="title"/>
          </p:nvPr>
        </p:nvSpPr>
        <p:spPr>
          <a:xfrm>
            <a:off x="717125" y="2594825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5" name="Google Shape;305;p41"/>
          <p:cNvSpPr txBox="1">
            <a:spLocks noGrp="1"/>
          </p:cNvSpPr>
          <p:nvPr>
            <p:ph type="subTitle" idx="1"/>
          </p:nvPr>
        </p:nvSpPr>
        <p:spPr>
          <a:xfrm>
            <a:off x="719988" y="3312525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41"/>
          <p:cNvSpPr txBox="1">
            <a:spLocks noGrp="1"/>
          </p:cNvSpPr>
          <p:nvPr>
            <p:ph type="title" idx="2"/>
          </p:nvPr>
        </p:nvSpPr>
        <p:spPr>
          <a:xfrm>
            <a:off x="3395188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7" name="Google Shape;307;p41"/>
          <p:cNvSpPr txBox="1">
            <a:spLocks noGrp="1"/>
          </p:cNvSpPr>
          <p:nvPr>
            <p:ph type="subTitle" idx="3"/>
          </p:nvPr>
        </p:nvSpPr>
        <p:spPr>
          <a:xfrm>
            <a:off x="3395188" y="331260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8" name="Google Shape;308;p41"/>
          <p:cNvSpPr txBox="1">
            <a:spLocks noGrp="1"/>
          </p:cNvSpPr>
          <p:nvPr>
            <p:ph type="title" idx="4"/>
          </p:nvPr>
        </p:nvSpPr>
        <p:spPr>
          <a:xfrm>
            <a:off x="6070363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9" name="Google Shape;309;p41"/>
          <p:cNvSpPr txBox="1">
            <a:spLocks noGrp="1"/>
          </p:cNvSpPr>
          <p:nvPr>
            <p:ph type="subTitle" idx="5"/>
          </p:nvPr>
        </p:nvSpPr>
        <p:spPr>
          <a:xfrm>
            <a:off x="6070363" y="331215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41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3" cstate="print">
            <a:alphaModFix amt="32000"/>
          </a:blip>
          <a:stretch>
            <a:fillRect/>
          </a:stretch>
        </p:blipFill>
        <p:spPr>
          <a:xfrm>
            <a:off x="-1019777" y="-1847072"/>
            <a:ext cx="2313025" cy="251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/>
          <p:cNvPicPr preferRelativeResize="0"/>
          <p:nvPr/>
        </p:nvPicPr>
        <p:blipFill>
          <a:blip r:embed="rId4" cstate="print">
            <a:alphaModFix amt="30000"/>
          </a:blip>
          <a:stretch>
            <a:fillRect/>
          </a:stretch>
        </p:blipFill>
        <p:spPr>
          <a:xfrm>
            <a:off x="6988285" y="-2018700"/>
            <a:ext cx="2881223" cy="292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2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-702089">
            <a:off x="-734167" y="792101"/>
            <a:ext cx="771713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>
            <a:spLocks noGrp="1"/>
          </p:cNvSpPr>
          <p:nvPr>
            <p:ph type="title"/>
          </p:nvPr>
        </p:nvSpPr>
        <p:spPr>
          <a:xfrm>
            <a:off x="7200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1"/>
          </p:nvPr>
        </p:nvSpPr>
        <p:spPr>
          <a:xfrm>
            <a:off x="9246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42"/>
          <p:cNvSpPr txBox="1">
            <a:spLocks noGrp="1"/>
          </p:cNvSpPr>
          <p:nvPr>
            <p:ph type="title" idx="2"/>
          </p:nvPr>
        </p:nvSpPr>
        <p:spPr>
          <a:xfrm>
            <a:off x="34038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9" name="Google Shape;319;p42"/>
          <p:cNvSpPr txBox="1">
            <a:spLocks noGrp="1"/>
          </p:cNvSpPr>
          <p:nvPr>
            <p:ph type="subTitle" idx="3"/>
          </p:nvPr>
        </p:nvSpPr>
        <p:spPr>
          <a:xfrm>
            <a:off x="36084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0" name="Google Shape;320;p42"/>
          <p:cNvSpPr txBox="1">
            <a:spLocks noGrp="1"/>
          </p:cNvSpPr>
          <p:nvPr>
            <p:ph type="title" idx="4"/>
          </p:nvPr>
        </p:nvSpPr>
        <p:spPr>
          <a:xfrm>
            <a:off x="60876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1" name="Google Shape;321;p42"/>
          <p:cNvSpPr txBox="1">
            <a:spLocks noGrp="1"/>
          </p:cNvSpPr>
          <p:nvPr>
            <p:ph type="subTitle" idx="5"/>
          </p:nvPr>
        </p:nvSpPr>
        <p:spPr>
          <a:xfrm>
            <a:off x="62922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2" name="Google Shape;322;p42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25;p43"/>
          <p:cNvGrpSpPr/>
          <p:nvPr/>
        </p:nvGrpSpPr>
        <p:grpSpPr>
          <a:xfrm>
            <a:off x="-2630529" y="-1513088"/>
            <a:ext cx="13086688" cy="8065884"/>
            <a:chOff x="-2630529" y="-1513088"/>
            <a:chExt cx="13086688" cy="8065884"/>
          </a:xfrm>
        </p:grpSpPr>
        <p:pic>
          <p:nvPicPr>
            <p:cNvPr id="326" name="Google Shape;326;p43"/>
            <p:cNvPicPr preferRelativeResize="0"/>
            <p:nvPr/>
          </p:nvPicPr>
          <p:blipFill>
            <a:blip r:embed="rId3" cstate="print">
              <a:alphaModFix amt="30000"/>
            </a:blip>
            <a:stretch>
              <a:fillRect/>
            </a:stretch>
          </p:blipFill>
          <p:spPr>
            <a:xfrm rot="8851044" flipH="1">
              <a:off x="-1601951" y="13880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43"/>
            <p:cNvPicPr preferRelativeResize="0"/>
            <p:nvPr/>
          </p:nvPicPr>
          <p:blipFill>
            <a:blip r:embed="rId4" cstate="print">
              <a:alphaModFix amt="13000"/>
            </a:blip>
            <a:stretch>
              <a:fillRect/>
            </a:stretch>
          </p:blipFill>
          <p:spPr>
            <a:xfrm rot="-5400000">
              <a:off x="7611947" y="-1658325"/>
              <a:ext cx="2698976" cy="298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43"/>
            <p:cNvPicPr preferRelativeResize="0"/>
            <p:nvPr/>
          </p:nvPicPr>
          <p:blipFill>
            <a:blip r:embed="rId5" cstate="print">
              <a:alphaModFix amt="41000"/>
            </a:blip>
            <a:stretch>
              <a:fillRect/>
            </a:stretch>
          </p:blipFill>
          <p:spPr>
            <a:xfrm>
              <a:off x="1090275" y="95587"/>
              <a:ext cx="432124" cy="439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43"/>
            <p:cNvPicPr preferRelativeResize="0"/>
            <p:nvPr/>
          </p:nvPicPr>
          <p:blipFill>
            <a:blip r:embed="rId6" cstate="print">
              <a:alphaModFix amt="38000"/>
            </a:blip>
            <a:stretch>
              <a:fillRect/>
            </a:stretch>
          </p:blipFill>
          <p:spPr>
            <a:xfrm flipH="1">
              <a:off x="169348" y="471744"/>
              <a:ext cx="920927" cy="9365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>
            <a:off x="8724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1" name="Google Shape;331;p43"/>
          <p:cNvSpPr txBox="1">
            <a:spLocks noGrp="1"/>
          </p:cNvSpPr>
          <p:nvPr>
            <p:ph type="subTitle" idx="1"/>
          </p:nvPr>
        </p:nvSpPr>
        <p:spPr>
          <a:xfrm>
            <a:off x="8724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2" name="Google Shape;332;p43"/>
          <p:cNvSpPr txBox="1">
            <a:spLocks noGrp="1"/>
          </p:cNvSpPr>
          <p:nvPr>
            <p:ph type="title" idx="2"/>
          </p:nvPr>
        </p:nvSpPr>
        <p:spPr>
          <a:xfrm>
            <a:off x="34038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3" name="Google Shape;333;p43"/>
          <p:cNvSpPr txBox="1">
            <a:spLocks noGrp="1"/>
          </p:cNvSpPr>
          <p:nvPr>
            <p:ph type="subTitle" idx="3"/>
          </p:nvPr>
        </p:nvSpPr>
        <p:spPr>
          <a:xfrm>
            <a:off x="34038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4" name="Google Shape;334;p43"/>
          <p:cNvSpPr txBox="1">
            <a:spLocks noGrp="1"/>
          </p:cNvSpPr>
          <p:nvPr>
            <p:ph type="title" idx="4"/>
          </p:nvPr>
        </p:nvSpPr>
        <p:spPr>
          <a:xfrm>
            <a:off x="59352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5" name="Google Shape;335;p43"/>
          <p:cNvSpPr txBox="1">
            <a:spLocks noGrp="1"/>
          </p:cNvSpPr>
          <p:nvPr>
            <p:ph type="subTitle" idx="5"/>
          </p:nvPr>
        </p:nvSpPr>
        <p:spPr>
          <a:xfrm>
            <a:off x="59352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43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39;p44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340" name="Google Shape;340;p44"/>
            <p:cNvPicPr preferRelativeResize="0"/>
            <p:nvPr/>
          </p:nvPicPr>
          <p:blipFill>
            <a:blip r:embed="rId3" cstate="print">
              <a:alphaModFix amt="27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44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2" name="Google Shape;342;p44"/>
          <p:cNvSpPr txBox="1">
            <a:spLocks noGrp="1"/>
          </p:cNvSpPr>
          <p:nvPr>
            <p:ph type="title"/>
          </p:nvPr>
        </p:nvSpPr>
        <p:spPr>
          <a:xfrm>
            <a:off x="72792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3" name="Google Shape;343;p44"/>
          <p:cNvSpPr txBox="1">
            <a:spLocks noGrp="1"/>
          </p:cNvSpPr>
          <p:nvPr>
            <p:ph type="subTitle" idx="1"/>
          </p:nvPr>
        </p:nvSpPr>
        <p:spPr>
          <a:xfrm>
            <a:off x="82587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4" name="Google Shape;344;p44"/>
          <p:cNvSpPr txBox="1">
            <a:spLocks noGrp="1"/>
          </p:cNvSpPr>
          <p:nvPr>
            <p:ph type="title" idx="2"/>
          </p:nvPr>
        </p:nvSpPr>
        <p:spPr>
          <a:xfrm>
            <a:off x="465997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5" name="Google Shape;345;p44"/>
          <p:cNvSpPr txBox="1">
            <a:spLocks noGrp="1"/>
          </p:cNvSpPr>
          <p:nvPr>
            <p:ph type="subTitle" idx="3"/>
          </p:nvPr>
        </p:nvSpPr>
        <p:spPr>
          <a:xfrm>
            <a:off x="475792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6" name="Google Shape;346;p44"/>
          <p:cNvSpPr txBox="1">
            <a:spLocks noGrp="1"/>
          </p:cNvSpPr>
          <p:nvPr>
            <p:ph type="title" idx="4"/>
          </p:nvPr>
        </p:nvSpPr>
        <p:spPr>
          <a:xfrm>
            <a:off x="269395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7" name="Google Shape;347;p44"/>
          <p:cNvSpPr txBox="1">
            <a:spLocks noGrp="1"/>
          </p:cNvSpPr>
          <p:nvPr>
            <p:ph type="subTitle" idx="5"/>
          </p:nvPr>
        </p:nvSpPr>
        <p:spPr>
          <a:xfrm>
            <a:off x="279190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44"/>
          <p:cNvSpPr txBox="1">
            <a:spLocks noGrp="1"/>
          </p:cNvSpPr>
          <p:nvPr>
            <p:ph type="title" idx="6"/>
          </p:nvPr>
        </p:nvSpPr>
        <p:spPr>
          <a:xfrm>
            <a:off x="662600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9" name="Google Shape;349;p44"/>
          <p:cNvSpPr txBox="1">
            <a:spLocks noGrp="1"/>
          </p:cNvSpPr>
          <p:nvPr>
            <p:ph type="subTitle" idx="7"/>
          </p:nvPr>
        </p:nvSpPr>
        <p:spPr>
          <a:xfrm>
            <a:off x="672395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0" name="Google Shape;350;p44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53;p45"/>
          <p:cNvGrpSpPr/>
          <p:nvPr/>
        </p:nvGrpSpPr>
        <p:grpSpPr>
          <a:xfrm>
            <a:off x="-891002" y="-1475725"/>
            <a:ext cx="10578908" cy="2929874"/>
            <a:chOff x="-891002" y="-1228775"/>
            <a:chExt cx="10578908" cy="2929874"/>
          </a:xfrm>
        </p:grpSpPr>
        <p:pic>
          <p:nvPicPr>
            <p:cNvPr id="354" name="Google Shape;354;p4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4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45"/>
          <p:cNvSpPr txBox="1">
            <a:spLocks noGrp="1"/>
          </p:cNvSpPr>
          <p:nvPr>
            <p:ph type="title"/>
          </p:nvPr>
        </p:nvSpPr>
        <p:spPr>
          <a:xfrm>
            <a:off x="7200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7" name="Google Shape;357;p45"/>
          <p:cNvSpPr txBox="1">
            <a:spLocks noGrp="1"/>
          </p:cNvSpPr>
          <p:nvPr>
            <p:ph type="subTitle" idx="1"/>
          </p:nvPr>
        </p:nvSpPr>
        <p:spPr>
          <a:xfrm>
            <a:off x="7200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8" name="Google Shape;358;p45"/>
          <p:cNvSpPr txBox="1">
            <a:spLocks noGrp="1"/>
          </p:cNvSpPr>
          <p:nvPr>
            <p:ph type="title" idx="2"/>
          </p:nvPr>
        </p:nvSpPr>
        <p:spPr>
          <a:xfrm>
            <a:off x="3419269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9" name="Google Shape;359;p45"/>
          <p:cNvSpPr txBox="1">
            <a:spLocks noGrp="1"/>
          </p:cNvSpPr>
          <p:nvPr>
            <p:ph type="subTitle" idx="3"/>
          </p:nvPr>
        </p:nvSpPr>
        <p:spPr>
          <a:xfrm>
            <a:off x="3419269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45"/>
          <p:cNvSpPr txBox="1">
            <a:spLocks noGrp="1"/>
          </p:cNvSpPr>
          <p:nvPr>
            <p:ph type="title" idx="4"/>
          </p:nvPr>
        </p:nvSpPr>
        <p:spPr>
          <a:xfrm>
            <a:off x="7200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1" name="Google Shape;361;p45"/>
          <p:cNvSpPr txBox="1">
            <a:spLocks noGrp="1"/>
          </p:cNvSpPr>
          <p:nvPr>
            <p:ph type="subTitle" idx="5"/>
          </p:nvPr>
        </p:nvSpPr>
        <p:spPr>
          <a:xfrm>
            <a:off x="7200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45"/>
          <p:cNvSpPr txBox="1">
            <a:spLocks noGrp="1"/>
          </p:cNvSpPr>
          <p:nvPr>
            <p:ph type="title" idx="6"/>
          </p:nvPr>
        </p:nvSpPr>
        <p:spPr>
          <a:xfrm>
            <a:off x="3419269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3" name="Google Shape;363;p45"/>
          <p:cNvSpPr txBox="1">
            <a:spLocks noGrp="1"/>
          </p:cNvSpPr>
          <p:nvPr>
            <p:ph type="subTitle" idx="7"/>
          </p:nvPr>
        </p:nvSpPr>
        <p:spPr>
          <a:xfrm>
            <a:off x="3419269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4" name="Google Shape;364;p45"/>
          <p:cNvSpPr txBox="1">
            <a:spLocks noGrp="1"/>
          </p:cNvSpPr>
          <p:nvPr>
            <p:ph type="title" idx="8"/>
          </p:nvPr>
        </p:nvSpPr>
        <p:spPr>
          <a:xfrm>
            <a:off x="6118545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5" name="Google Shape;365;p45"/>
          <p:cNvSpPr txBox="1">
            <a:spLocks noGrp="1"/>
          </p:cNvSpPr>
          <p:nvPr>
            <p:ph type="subTitle" idx="9"/>
          </p:nvPr>
        </p:nvSpPr>
        <p:spPr>
          <a:xfrm>
            <a:off x="6118545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6" name="Google Shape;366;p45"/>
          <p:cNvSpPr txBox="1">
            <a:spLocks noGrp="1"/>
          </p:cNvSpPr>
          <p:nvPr>
            <p:ph type="title" idx="13"/>
          </p:nvPr>
        </p:nvSpPr>
        <p:spPr>
          <a:xfrm>
            <a:off x="6118545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7" name="Google Shape;367;p45"/>
          <p:cNvSpPr txBox="1">
            <a:spLocks noGrp="1"/>
          </p:cNvSpPr>
          <p:nvPr>
            <p:ph type="subTitle" idx="14"/>
          </p:nvPr>
        </p:nvSpPr>
        <p:spPr>
          <a:xfrm>
            <a:off x="6118545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 idx="15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71;p46"/>
          <p:cNvGrpSpPr/>
          <p:nvPr/>
        </p:nvGrpSpPr>
        <p:grpSpPr>
          <a:xfrm>
            <a:off x="-1203759" y="-1310750"/>
            <a:ext cx="10783080" cy="7374679"/>
            <a:chOff x="-1203759" y="-1063800"/>
            <a:chExt cx="10783080" cy="7374679"/>
          </a:xfrm>
        </p:grpSpPr>
        <p:pic>
          <p:nvPicPr>
            <p:cNvPr id="372" name="Google Shape;372;p4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6698098" y="-10638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4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-467876" y="390012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" name="Google Shape;374;p46"/>
          <p:cNvSpPr txBox="1">
            <a:spLocks noGrp="1"/>
          </p:cNvSpPr>
          <p:nvPr>
            <p:ph type="title"/>
          </p:nvPr>
        </p:nvSpPr>
        <p:spPr>
          <a:xfrm>
            <a:off x="19119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5" name="Google Shape;375;p46"/>
          <p:cNvSpPr txBox="1">
            <a:spLocks noGrp="1"/>
          </p:cNvSpPr>
          <p:nvPr>
            <p:ph type="subTitle" idx="1"/>
          </p:nvPr>
        </p:nvSpPr>
        <p:spPr>
          <a:xfrm>
            <a:off x="19119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6" name="Google Shape;376;p46"/>
          <p:cNvSpPr txBox="1">
            <a:spLocks noGrp="1"/>
          </p:cNvSpPr>
          <p:nvPr>
            <p:ph type="title" idx="2"/>
          </p:nvPr>
        </p:nvSpPr>
        <p:spPr>
          <a:xfrm>
            <a:off x="4926594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7" name="Google Shape;377;p46"/>
          <p:cNvSpPr txBox="1">
            <a:spLocks noGrp="1"/>
          </p:cNvSpPr>
          <p:nvPr>
            <p:ph type="subTitle" idx="3"/>
          </p:nvPr>
        </p:nvSpPr>
        <p:spPr>
          <a:xfrm>
            <a:off x="4926594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8" name="Google Shape;378;p46"/>
          <p:cNvSpPr txBox="1">
            <a:spLocks noGrp="1"/>
          </p:cNvSpPr>
          <p:nvPr>
            <p:ph type="title" idx="4"/>
          </p:nvPr>
        </p:nvSpPr>
        <p:spPr>
          <a:xfrm>
            <a:off x="19119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9" name="Google Shape;379;p46"/>
          <p:cNvSpPr txBox="1">
            <a:spLocks noGrp="1"/>
          </p:cNvSpPr>
          <p:nvPr>
            <p:ph type="subTitle" idx="5"/>
          </p:nvPr>
        </p:nvSpPr>
        <p:spPr>
          <a:xfrm>
            <a:off x="19119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46"/>
          <p:cNvSpPr txBox="1">
            <a:spLocks noGrp="1"/>
          </p:cNvSpPr>
          <p:nvPr>
            <p:ph type="title" idx="6"/>
          </p:nvPr>
        </p:nvSpPr>
        <p:spPr>
          <a:xfrm>
            <a:off x="4926594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1" name="Google Shape;381;p46"/>
          <p:cNvSpPr txBox="1">
            <a:spLocks noGrp="1"/>
          </p:cNvSpPr>
          <p:nvPr>
            <p:ph type="subTitle" idx="7"/>
          </p:nvPr>
        </p:nvSpPr>
        <p:spPr>
          <a:xfrm>
            <a:off x="4926594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2" name="Google Shape;382;p46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5" name="Google Shape;385;p47"/>
          <p:cNvSpPr txBox="1">
            <a:spLocks noGrp="1"/>
          </p:cNvSpPr>
          <p:nvPr>
            <p:ph type="title" idx="2"/>
          </p:nvPr>
        </p:nvSpPr>
        <p:spPr>
          <a:xfrm>
            <a:off x="1104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6" name="Google Shape;386;p47"/>
          <p:cNvSpPr txBox="1">
            <a:spLocks noGrp="1"/>
          </p:cNvSpPr>
          <p:nvPr>
            <p:ph type="subTitle" idx="1"/>
          </p:nvPr>
        </p:nvSpPr>
        <p:spPr>
          <a:xfrm>
            <a:off x="7165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7" name="Google Shape;387;p47"/>
          <p:cNvSpPr txBox="1">
            <a:spLocks noGrp="1"/>
          </p:cNvSpPr>
          <p:nvPr>
            <p:ph type="title" idx="3"/>
          </p:nvPr>
        </p:nvSpPr>
        <p:spPr>
          <a:xfrm>
            <a:off x="5137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8" name="Google Shape;388;p47"/>
          <p:cNvSpPr txBox="1">
            <a:spLocks noGrp="1"/>
          </p:cNvSpPr>
          <p:nvPr>
            <p:ph type="subTitle" idx="4"/>
          </p:nvPr>
        </p:nvSpPr>
        <p:spPr>
          <a:xfrm>
            <a:off x="46828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9" name="Google Shape;389;p47"/>
          <p:cNvSpPr txBox="1">
            <a:spLocks noGrp="1"/>
          </p:cNvSpPr>
          <p:nvPr>
            <p:ph type="title" idx="5"/>
          </p:nvPr>
        </p:nvSpPr>
        <p:spPr>
          <a:xfrm>
            <a:off x="1104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0" name="Google Shape;390;p47"/>
          <p:cNvSpPr txBox="1">
            <a:spLocks noGrp="1"/>
          </p:cNvSpPr>
          <p:nvPr>
            <p:ph type="subTitle" idx="6"/>
          </p:nvPr>
        </p:nvSpPr>
        <p:spPr>
          <a:xfrm>
            <a:off x="7165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1" name="Google Shape;391;p47"/>
          <p:cNvSpPr txBox="1">
            <a:spLocks noGrp="1"/>
          </p:cNvSpPr>
          <p:nvPr>
            <p:ph type="title" idx="7"/>
          </p:nvPr>
        </p:nvSpPr>
        <p:spPr>
          <a:xfrm>
            <a:off x="5137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2" name="Google Shape;392;p47"/>
          <p:cNvSpPr txBox="1">
            <a:spLocks noGrp="1"/>
          </p:cNvSpPr>
          <p:nvPr>
            <p:ph type="subTitle" idx="8"/>
          </p:nvPr>
        </p:nvSpPr>
        <p:spPr>
          <a:xfrm>
            <a:off x="46828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393;p47"/>
          <p:cNvGrpSpPr/>
          <p:nvPr/>
        </p:nvGrpSpPr>
        <p:grpSpPr>
          <a:xfrm rot="10800000" flipH="1">
            <a:off x="-891002" y="-794254"/>
            <a:ext cx="10578908" cy="3143404"/>
            <a:chOff x="-891002" y="-1020125"/>
            <a:chExt cx="10578908" cy="3143404"/>
          </a:xfrm>
        </p:grpSpPr>
        <p:pic>
          <p:nvPicPr>
            <p:cNvPr id="394" name="Google Shape;394;p47"/>
            <p:cNvPicPr preferRelativeResize="0"/>
            <p:nvPr/>
          </p:nvPicPr>
          <p:blipFill>
            <a:blip r:embed="rId2" cstate="print">
              <a:alphaModFix amt="29000"/>
            </a:blip>
            <a:stretch>
              <a:fillRect/>
            </a:stretch>
          </p:blipFill>
          <p:spPr>
            <a:xfrm>
              <a:off x="-891002" y="-10201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47"/>
            <p:cNvPicPr preferRelativeResize="0"/>
            <p:nvPr/>
          </p:nvPicPr>
          <p:blipFill>
            <a:blip r:embed="rId3" cstate="print">
              <a:alphaModFix amt="43000"/>
            </a:blip>
            <a:stretch>
              <a:fillRect/>
            </a:stretch>
          </p:blipFill>
          <p:spPr>
            <a:xfrm rot="4408896">
              <a:off x="7465724" y="-2874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98;p48"/>
          <p:cNvGrpSpPr/>
          <p:nvPr/>
        </p:nvGrpSpPr>
        <p:grpSpPr>
          <a:xfrm rot="10800000" flipH="1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399" name="Google Shape;399;p48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48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1" name="Google Shape;401;p48"/>
          <p:cNvSpPr txBox="1">
            <a:spLocks noGrp="1"/>
          </p:cNvSpPr>
          <p:nvPr>
            <p:ph type="title"/>
          </p:nvPr>
        </p:nvSpPr>
        <p:spPr>
          <a:xfrm>
            <a:off x="720000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2" name="Google Shape;402;p48"/>
          <p:cNvSpPr txBox="1">
            <a:spLocks noGrp="1"/>
          </p:cNvSpPr>
          <p:nvPr>
            <p:ph type="subTitle" idx="1"/>
          </p:nvPr>
        </p:nvSpPr>
        <p:spPr>
          <a:xfrm>
            <a:off x="720000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3" name="Google Shape;403;p48"/>
          <p:cNvSpPr txBox="1">
            <a:spLocks noGrp="1"/>
          </p:cNvSpPr>
          <p:nvPr>
            <p:ph type="title" idx="2"/>
          </p:nvPr>
        </p:nvSpPr>
        <p:spPr>
          <a:xfrm>
            <a:off x="3419269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4" name="Google Shape;404;p48"/>
          <p:cNvSpPr txBox="1">
            <a:spLocks noGrp="1"/>
          </p:cNvSpPr>
          <p:nvPr>
            <p:ph type="subTitle" idx="3"/>
          </p:nvPr>
        </p:nvSpPr>
        <p:spPr>
          <a:xfrm>
            <a:off x="3419269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5" name="Google Shape;405;p48"/>
          <p:cNvSpPr txBox="1">
            <a:spLocks noGrp="1"/>
          </p:cNvSpPr>
          <p:nvPr>
            <p:ph type="title" idx="4"/>
          </p:nvPr>
        </p:nvSpPr>
        <p:spPr>
          <a:xfrm>
            <a:off x="2069638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6" name="Google Shape;406;p48"/>
          <p:cNvSpPr txBox="1">
            <a:spLocks noGrp="1"/>
          </p:cNvSpPr>
          <p:nvPr>
            <p:ph type="subTitle" idx="5"/>
          </p:nvPr>
        </p:nvSpPr>
        <p:spPr>
          <a:xfrm>
            <a:off x="2069638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7" name="Google Shape;407;p48"/>
          <p:cNvSpPr txBox="1">
            <a:spLocks noGrp="1"/>
          </p:cNvSpPr>
          <p:nvPr>
            <p:ph type="title" idx="6"/>
          </p:nvPr>
        </p:nvSpPr>
        <p:spPr>
          <a:xfrm>
            <a:off x="4768907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8" name="Google Shape;408;p48"/>
          <p:cNvSpPr txBox="1">
            <a:spLocks noGrp="1"/>
          </p:cNvSpPr>
          <p:nvPr>
            <p:ph type="subTitle" idx="7"/>
          </p:nvPr>
        </p:nvSpPr>
        <p:spPr>
          <a:xfrm>
            <a:off x="4768907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9" name="Google Shape;409;p48"/>
          <p:cNvSpPr txBox="1">
            <a:spLocks noGrp="1"/>
          </p:cNvSpPr>
          <p:nvPr>
            <p:ph type="title" idx="8"/>
          </p:nvPr>
        </p:nvSpPr>
        <p:spPr>
          <a:xfrm>
            <a:off x="6118545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subTitle" idx="9"/>
          </p:nvPr>
        </p:nvSpPr>
        <p:spPr>
          <a:xfrm>
            <a:off x="6118545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title" idx="13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4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9"/>
          <p:cNvSpPr txBox="1">
            <a:spLocks noGrp="1"/>
          </p:cNvSpPr>
          <p:nvPr>
            <p:ph type="title" hasCustomPrompt="1"/>
          </p:nvPr>
        </p:nvSpPr>
        <p:spPr>
          <a:xfrm>
            <a:off x="1312156" y="19972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5" name="Google Shape;415;p49"/>
          <p:cNvSpPr txBox="1">
            <a:spLocks noGrp="1"/>
          </p:cNvSpPr>
          <p:nvPr>
            <p:ph type="subTitle" idx="1"/>
          </p:nvPr>
        </p:nvSpPr>
        <p:spPr>
          <a:xfrm>
            <a:off x="1312225" y="4188588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6" name="Google Shape;416;p49"/>
          <p:cNvSpPr txBox="1">
            <a:spLocks noGrp="1"/>
          </p:cNvSpPr>
          <p:nvPr>
            <p:ph type="title" idx="2" hasCustomPrompt="1"/>
          </p:nvPr>
        </p:nvSpPr>
        <p:spPr>
          <a:xfrm>
            <a:off x="1312144" y="34175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7" name="Google Shape;417;p49"/>
          <p:cNvSpPr txBox="1">
            <a:spLocks noGrp="1"/>
          </p:cNvSpPr>
          <p:nvPr>
            <p:ph type="subTitle" idx="3"/>
          </p:nvPr>
        </p:nvSpPr>
        <p:spPr>
          <a:xfrm>
            <a:off x="1312175" y="12895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8" name="Google Shape;418;p49"/>
          <p:cNvSpPr txBox="1">
            <a:spLocks noGrp="1"/>
          </p:cNvSpPr>
          <p:nvPr>
            <p:ph type="title" idx="4" hasCustomPrompt="1"/>
          </p:nvPr>
        </p:nvSpPr>
        <p:spPr>
          <a:xfrm>
            <a:off x="1312181" y="5769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9" name="Google Shape;419;p49"/>
          <p:cNvSpPr txBox="1">
            <a:spLocks noGrp="1"/>
          </p:cNvSpPr>
          <p:nvPr>
            <p:ph type="subTitle" idx="5"/>
          </p:nvPr>
        </p:nvSpPr>
        <p:spPr>
          <a:xfrm>
            <a:off x="1312225" y="27098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20;p49"/>
          <p:cNvGrpSpPr/>
          <p:nvPr/>
        </p:nvGrpSpPr>
        <p:grpSpPr>
          <a:xfrm>
            <a:off x="-1956832" y="-1968099"/>
            <a:ext cx="12940132" cy="7885148"/>
            <a:chOff x="-1956832" y="-1968099"/>
            <a:chExt cx="12940132" cy="7885148"/>
          </a:xfrm>
        </p:grpSpPr>
        <p:pic>
          <p:nvPicPr>
            <p:cNvPr id="421" name="Google Shape;421;p49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-1253698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49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7260176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Numbers and text 3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0"/>
          <p:cNvSpPr txBox="1">
            <a:spLocks noGrp="1"/>
          </p:cNvSpPr>
          <p:nvPr>
            <p:ph type="title" hasCustomPrompt="1"/>
          </p:nvPr>
        </p:nvSpPr>
        <p:spPr>
          <a:xfrm>
            <a:off x="1991075" y="28280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6" name="Google Shape;426;p50"/>
          <p:cNvSpPr txBox="1">
            <a:spLocks noGrp="1"/>
          </p:cNvSpPr>
          <p:nvPr>
            <p:ph type="subTitle" idx="1"/>
          </p:nvPr>
        </p:nvSpPr>
        <p:spPr>
          <a:xfrm>
            <a:off x="1991091" y="19373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7" name="Google Shape;427;p50"/>
          <p:cNvSpPr txBox="1">
            <a:spLocks noGrp="1"/>
          </p:cNvSpPr>
          <p:nvPr>
            <p:ph type="title" idx="2" hasCustomPrompt="1"/>
          </p:nvPr>
        </p:nvSpPr>
        <p:spPr>
          <a:xfrm>
            <a:off x="1991100" y="10196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8" name="Google Shape;428;p50"/>
          <p:cNvSpPr txBox="1">
            <a:spLocks noGrp="1"/>
          </p:cNvSpPr>
          <p:nvPr>
            <p:ph type="subTitle" idx="3"/>
          </p:nvPr>
        </p:nvSpPr>
        <p:spPr>
          <a:xfrm>
            <a:off x="1991130" y="37458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429" name="Google Shape;429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-1181955" flipH="1">
            <a:off x="-1253698" y="-1113975"/>
            <a:ext cx="3030302" cy="469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2567899" flipH="1">
            <a:off x="7747451" y="1912351"/>
            <a:ext cx="3030303" cy="469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1"/>
          <p:cNvSpPr txBox="1">
            <a:spLocks noGrp="1"/>
          </p:cNvSpPr>
          <p:nvPr>
            <p:ph type="title" hasCustomPrompt="1"/>
          </p:nvPr>
        </p:nvSpPr>
        <p:spPr>
          <a:xfrm>
            <a:off x="3331628" y="1815466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4" name="Google Shape;434;p51"/>
          <p:cNvSpPr txBox="1">
            <a:spLocks noGrp="1"/>
          </p:cNvSpPr>
          <p:nvPr>
            <p:ph type="subTitle" idx="1"/>
          </p:nvPr>
        </p:nvSpPr>
        <p:spPr>
          <a:xfrm>
            <a:off x="6195725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5" name="Google Shape;435;p51"/>
          <p:cNvSpPr txBox="1">
            <a:spLocks noGrp="1"/>
          </p:cNvSpPr>
          <p:nvPr>
            <p:ph type="title" idx="2" hasCustomPrompt="1"/>
          </p:nvPr>
        </p:nvSpPr>
        <p:spPr>
          <a:xfrm>
            <a:off x="5948173" y="1815454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6" name="Google Shape;436;p51"/>
          <p:cNvSpPr txBox="1">
            <a:spLocks noGrp="1"/>
          </p:cNvSpPr>
          <p:nvPr>
            <p:ph type="subTitle" idx="3"/>
          </p:nvPr>
        </p:nvSpPr>
        <p:spPr>
          <a:xfrm>
            <a:off x="96261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7" name="Google Shape;437;p51"/>
          <p:cNvSpPr txBox="1">
            <a:spLocks noGrp="1"/>
          </p:cNvSpPr>
          <p:nvPr>
            <p:ph type="title" idx="4" hasCustomPrompt="1"/>
          </p:nvPr>
        </p:nvSpPr>
        <p:spPr>
          <a:xfrm>
            <a:off x="715112" y="1844691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8" name="Google Shape;438;p51"/>
          <p:cNvSpPr txBox="1">
            <a:spLocks noGrp="1"/>
          </p:cNvSpPr>
          <p:nvPr>
            <p:ph type="subTitle" idx="5"/>
          </p:nvPr>
        </p:nvSpPr>
        <p:spPr>
          <a:xfrm>
            <a:off x="357916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39;p51"/>
          <p:cNvGrpSpPr/>
          <p:nvPr/>
        </p:nvGrpSpPr>
        <p:grpSpPr>
          <a:xfrm>
            <a:off x="-1923024" y="-1968099"/>
            <a:ext cx="13199162" cy="7885148"/>
            <a:chOff x="-1923024" y="-1968099"/>
            <a:chExt cx="13199162" cy="7885148"/>
          </a:xfrm>
        </p:grpSpPr>
        <p:pic>
          <p:nvPicPr>
            <p:cNvPr id="440" name="Google Shape;440;p51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7542702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51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2" name="Google Shape;442;p51"/>
          <p:cNvSpPr txBox="1">
            <a:spLocks noGrp="1"/>
          </p:cNvSpPr>
          <p:nvPr>
            <p:ph type="subTitle" idx="6"/>
          </p:nvPr>
        </p:nvSpPr>
        <p:spPr>
          <a:xfrm>
            <a:off x="6195725" y="3761146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3" name="Google Shape;443;p51"/>
          <p:cNvSpPr txBox="1">
            <a:spLocks noGrp="1"/>
          </p:cNvSpPr>
          <p:nvPr>
            <p:ph type="subTitle" idx="7"/>
          </p:nvPr>
        </p:nvSpPr>
        <p:spPr>
          <a:xfrm>
            <a:off x="962612" y="3761145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4" name="Google Shape;444;p51"/>
          <p:cNvSpPr txBox="1">
            <a:spLocks noGrp="1"/>
          </p:cNvSpPr>
          <p:nvPr>
            <p:ph type="subTitle" idx="8"/>
          </p:nvPr>
        </p:nvSpPr>
        <p:spPr>
          <a:xfrm>
            <a:off x="3579162" y="3761147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5" name="Google Shape;445;p51"/>
          <p:cNvSpPr txBox="1">
            <a:spLocks noGrp="1"/>
          </p:cNvSpPr>
          <p:nvPr>
            <p:ph type="title" idx="9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5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1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2"/>
          <p:cNvSpPr txBox="1">
            <a:spLocks noGrp="1"/>
          </p:cNvSpPr>
          <p:nvPr>
            <p:ph type="title" hasCustomPrompt="1"/>
          </p:nvPr>
        </p:nvSpPr>
        <p:spPr>
          <a:xfrm>
            <a:off x="715101" y="21450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9" name="Google Shape;449;p52"/>
          <p:cNvSpPr txBox="1">
            <a:spLocks noGrp="1"/>
          </p:cNvSpPr>
          <p:nvPr>
            <p:ph type="subTitle" idx="1"/>
          </p:nvPr>
        </p:nvSpPr>
        <p:spPr>
          <a:xfrm>
            <a:off x="4889626" y="1344850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0" name="Google Shape;450;p52"/>
          <p:cNvSpPr txBox="1">
            <a:spLocks noGrp="1"/>
          </p:cNvSpPr>
          <p:nvPr>
            <p:ph type="title" idx="2" hasCustomPrompt="1"/>
          </p:nvPr>
        </p:nvSpPr>
        <p:spPr>
          <a:xfrm>
            <a:off x="715106" y="1344838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1" name="Google Shape;451;p52"/>
          <p:cNvSpPr txBox="1">
            <a:spLocks noGrp="1"/>
          </p:cNvSpPr>
          <p:nvPr>
            <p:ph type="subTitle" idx="3"/>
          </p:nvPr>
        </p:nvSpPr>
        <p:spPr>
          <a:xfrm>
            <a:off x="4889626" y="2145009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52;p52"/>
          <p:cNvGrpSpPr/>
          <p:nvPr/>
        </p:nvGrpSpPr>
        <p:grpSpPr>
          <a:xfrm rot="10800000">
            <a:off x="-2743074" y="-793849"/>
            <a:ext cx="13820262" cy="7885148"/>
            <a:chOff x="-1923024" y="-1968099"/>
            <a:chExt cx="13820262" cy="7885148"/>
          </a:xfrm>
        </p:grpSpPr>
        <p:pic>
          <p:nvPicPr>
            <p:cNvPr id="453" name="Google Shape;453;p52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8163802" y="5153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52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5" name="Google Shape;455;p52"/>
          <p:cNvSpPr txBox="1">
            <a:spLocks noGrp="1"/>
          </p:cNvSpPr>
          <p:nvPr>
            <p:ph type="subTitle" idx="4"/>
          </p:nvPr>
        </p:nvSpPr>
        <p:spPr>
          <a:xfrm>
            <a:off x="6515000" y="1344838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6" name="Google Shape;456;p52"/>
          <p:cNvSpPr txBox="1">
            <a:spLocks noGrp="1"/>
          </p:cNvSpPr>
          <p:nvPr>
            <p:ph type="subTitle" idx="5"/>
          </p:nvPr>
        </p:nvSpPr>
        <p:spPr>
          <a:xfrm>
            <a:off x="6515000" y="21450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7" name="Google Shape;457;p52"/>
          <p:cNvSpPr txBox="1">
            <a:spLocks noGrp="1"/>
          </p:cNvSpPr>
          <p:nvPr>
            <p:ph type="title" idx="6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8" name="Google Shape;458;p52"/>
          <p:cNvSpPr txBox="1">
            <a:spLocks noGrp="1"/>
          </p:cNvSpPr>
          <p:nvPr>
            <p:ph type="title" idx="7" hasCustomPrompt="1"/>
          </p:nvPr>
        </p:nvSpPr>
        <p:spPr>
          <a:xfrm>
            <a:off x="715101" y="294515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9" name="Google Shape;459;p52"/>
          <p:cNvSpPr txBox="1">
            <a:spLocks noGrp="1"/>
          </p:cNvSpPr>
          <p:nvPr>
            <p:ph type="subTitle" idx="8"/>
          </p:nvPr>
        </p:nvSpPr>
        <p:spPr>
          <a:xfrm>
            <a:off x="4889626" y="2945155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0" name="Google Shape;460;p52"/>
          <p:cNvSpPr txBox="1">
            <a:spLocks noGrp="1"/>
          </p:cNvSpPr>
          <p:nvPr>
            <p:ph type="subTitle" idx="9"/>
          </p:nvPr>
        </p:nvSpPr>
        <p:spPr>
          <a:xfrm>
            <a:off x="6515000" y="294515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1" name="Google Shape;461;p52"/>
          <p:cNvSpPr txBox="1">
            <a:spLocks noGrp="1"/>
          </p:cNvSpPr>
          <p:nvPr>
            <p:ph type="title" idx="13" hasCustomPrompt="1"/>
          </p:nvPr>
        </p:nvSpPr>
        <p:spPr>
          <a:xfrm>
            <a:off x="715101" y="37453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62" name="Google Shape;462;p52"/>
          <p:cNvSpPr txBox="1">
            <a:spLocks noGrp="1"/>
          </p:cNvSpPr>
          <p:nvPr>
            <p:ph type="subTitle" idx="14"/>
          </p:nvPr>
        </p:nvSpPr>
        <p:spPr>
          <a:xfrm>
            <a:off x="4889626" y="3745301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3" name="Google Shape;463;p52"/>
          <p:cNvSpPr txBox="1">
            <a:spLocks noGrp="1"/>
          </p:cNvSpPr>
          <p:nvPr>
            <p:ph type="subTitle" idx="15"/>
          </p:nvPr>
        </p:nvSpPr>
        <p:spPr>
          <a:xfrm>
            <a:off x="6515000" y="37453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3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6" name="Google Shape;466;p53"/>
          <p:cNvSpPr txBox="1">
            <a:spLocks noGrp="1"/>
          </p:cNvSpPr>
          <p:nvPr>
            <p:ph type="title" idx="2"/>
          </p:nvPr>
        </p:nvSpPr>
        <p:spPr>
          <a:xfrm>
            <a:off x="883625" y="148907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7" name="Google Shape;467;p53"/>
          <p:cNvSpPr txBox="1">
            <a:spLocks noGrp="1"/>
          </p:cNvSpPr>
          <p:nvPr>
            <p:ph type="subTitle" idx="1"/>
          </p:nvPr>
        </p:nvSpPr>
        <p:spPr>
          <a:xfrm>
            <a:off x="3080450" y="148907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8" name="Google Shape;468;p53"/>
          <p:cNvSpPr txBox="1">
            <a:spLocks noGrp="1"/>
          </p:cNvSpPr>
          <p:nvPr>
            <p:ph type="title" idx="3"/>
          </p:nvPr>
        </p:nvSpPr>
        <p:spPr>
          <a:xfrm>
            <a:off x="883625" y="230790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9" name="Google Shape;469;p53"/>
          <p:cNvSpPr txBox="1">
            <a:spLocks noGrp="1"/>
          </p:cNvSpPr>
          <p:nvPr>
            <p:ph type="subTitle" idx="4"/>
          </p:nvPr>
        </p:nvSpPr>
        <p:spPr>
          <a:xfrm>
            <a:off x="3080450" y="230790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0" name="Google Shape;470;p53"/>
          <p:cNvSpPr txBox="1">
            <a:spLocks noGrp="1"/>
          </p:cNvSpPr>
          <p:nvPr>
            <p:ph type="title" idx="5"/>
          </p:nvPr>
        </p:nvSpPr>
        <p:spPr>
          <a:xfrm>
            <a:off x="883625" y="312672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1" name="Google Shape;471;p53"/>
          <p:cNvSpPr txBox="1">
            <a:spLocks noGrp="1"/>
          </p:cNvSpPr>
          <p:nvPr>
            <p:ph type="subTitle" idx="6"/>
          </p:nvPr>
        </p:nvSpPr>
        <p:spPr>
          <a:xfrm>
            <a:off x="3080450" y="312672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2" name="Google Shape;472;p53"/>
          <p:cNvSpPr txBox="1">
            <a:spLocks noGrp="1"/>
          </p:cNvSpPr>
          <p:nvPr>
            <p:ph type="title" idx="7"/>
          </p:nvPr>
        </p:nvSpPr>
        <p:spPr>
          <a:xfrm>
            <a:off x="883625" y="394555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3" name="Google Shape;473;p53"/>
          <p:cNvSpPr txBox="1">
            <a:spLocks noGrp="1"/>
          </p:cNvSpPr>
          <p:nvPr>
            <p:ph type="subTitle" idx="8"/>
          </p:nvPr>
        </p:nvSpPr>
        <p:spPr>
          <a:xfrm>
            <a:off x="3080450" y="394555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5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4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>
            <a:off x="0" y="202705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4"/>
          <p:cNvSpPr txBox="1">
            <a:spLocks noGrp="1"/>
          </p:cNvSpPr>
          <p:nvPr>
            <p:ph type="title"/>
          </p:nvPr>
        </p:nvSpPr>
        <p:spPr>
          <a:xfrm flipH="1">
            <a:off x="2476075" y="1588775"/>
            <a:ext cx="4291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8" name="Google Shape;478;p54"/>
          <p:cNvSpPr txBox="1">
            <a:spLocks noGrp="1"/>
          </p:cNvSpPr>
          <p:nvPr>
            <p:ph type="subTitle" idx="1"/>
          </p:nvPr>
        </p:nvSpPr>
        <p:spPr>
          <a:xfrm flipH="1">
            <a:off x="2476075" y="2968230"/>
            <a:ext cx="4291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5"/>
          <p:cNvSpPr txBox="1">
            <a:spLocks noGrp="1"/>
          </p:cNvSpPr>
          <p:nvPr>
            <p:ph type="title"/>
          </p:nvPr>
        </p:nvSpPr>
        <p:spPr>
          <a:xfrm flipH="1">
            <a:off x="4320775" y="1588775"/>
            <a:ext cx="41100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2" name="Google Shape;482;p55"/>
          <p:cNvSpPr txBox="1">
            <a:spLocks noGrp="1"/>
          </p:cNvSpPr>
          <p:nvPr>
            <p:ph type="subTitle" idx="1"/>
          </p:nvPr>
        </p:nvSpPr>
        <p:spPr>
          <a:xfrm flipH="1">
            <a:off x="4320775" y="2968225"/>
            <a:ext cx="4110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83;p55"/>
          <p:cNvGrpSpPr/>
          <p:nvPr/>
        </p:nvGrpSpPr>
        <p:grpSpPr>
          <a:xfrm rot="10800000" flipH="1">
            <a:off x="-616659" y="-488554"/>
            <a:ext cx="10865580" cy="6700154"/>
            <a:chOff x="-713684" y="-2669900"/>
            <a:chExt cx="10865580" cy="6700154"/>
          </a:xfrm>
        </p:grpSpPr>
        <p:pic>
          <p:nvPicPr>
            <p:cNvPr id="484" name="Google Shape;484;p5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7270673" y="-26699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5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22199" y="161950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6"/>
          <p:cNvSpPr txBox="1">
            <a:spLocks noGrp="1"/>
          </p:cNvSpPr>
          <p:nvPr>
            <p:ph type="title"/>
          </p:nvPr>
        </p:nvSpPr>
        <p:spPr>
          <a:xfrm>
            <a:off x="4408076" y="1740900"/>
            <a:ext cx="286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9" name="Google Shape;489;p56"/>
          <p:cNvSpPr txBox="1">
            <a:spLocks noGrp="1"/>
          </p:cNvSpPr>
          <p:nvPr>
            <p:ph type="subTitle" idx="1"/>
          </p:nvPr>
        </p:nvSpPr>
        <p:spPr>
          <a:xfrm>
            <a:off x="4408076" y="2313597"/>
            <a:ext cx="2861100" cy="10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90;p56"/>
          <p:cNvGrpSpPr/>
          <p:nvPr/>
        </p:nvGrpSpPr>
        <p:grpSpPr>
          <a:xfrm rot="10800000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491" name="Google Shape;491;p5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5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5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3" y="6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7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flipH="1">
            <a:off x="0" y="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7"/>
          <p:cNvSpPr txBox="1">
            <a:spLocks noGrp="1"/>
          </p:cNvSpPr>
          <p:nvPr>
            <p:ph type="subTitle" idx="1"/>
          </p:nvPr>
        </p:nvSpPr>
        <p:spPr>
          <a:xfrm>
            <a:off x="2478875" y="3859275"/>
            <a:ext cx="41862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97" name="Google Shape;497;p5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5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8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flipH="1">
            <a:off x="-2015" y="-955475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8"/>
          <p:cNvSpPr txBox="1">
            <a:spLocks noGrp="1"/>
          </p:cNvSpPr>
          <p:nvPr>
            <p:ph type="ctrTitle"/>
          </p:nvPr>
        </p:nvSpPr>
        <p:spPr>
          <a:xfrm>
            <a:off x="2429950" y="418979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2" name="Google Shape;502;p58"/>
          <p:cNvSpPr txBox="1">
            <a:spLocks noGrp="1"/>
          </p:cNvSpPr>
          <p:nvPr>
            <p:ph type="subTitle" idx="1"/>
          </p:nvPr>
        </p:nvSpPr>
        <p:spPr>
          <a:xfrm>
            <a:off x="2425075" y="1659495"/>
            <a:ext cx="42939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3" name="Google Shape;503;p58"/>
          <p:cNvSpPr txBox="1"/>
          <p:nvPr/>
        </p:nvSpPr>
        <p:spPr>
          <a:xfrm>
            <a:off x="2825850" y="3686879"/>
            <a:ext cx="349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rgbClr val="DFDEFC"/>
                </a:highlight>
                <a:latin typeface="Quicksand"/>
                <a:ea typeface="Quicksand"/>
                <a:cs typeface="Quicksand"/>
                <a:sym typeface="Quicksand"/>
              </a:rPr>
              <a:t>and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highlight>
                <a:srgbClr val="DFDEFC"/>
              </a:highlight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08;p60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509" name="Google Shape;509;p6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60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solidFill>
          <a:schemeClr val="accent1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6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1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bg>
      <p:bgPr>
        <a:solidFill>
          <a:schemeClr val="lt2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6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16;p62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517" name="Google Shape;517;p62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62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5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3A74B8-EF64-4578-9A72-98E8B3A3A10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3F1FC"/>
              </a:gs>
              <a:gs pos="74000">
                <a:srgbClr val="BFCBD9"/>
              </a:gs>
              <a:gs pos="83000">
                <a:srgbClr val="BFCBD9"/>
              </a:gs>
              <a:gs pos="100000">
                <a:srgbClr val="BFCBD9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03261B-DE37-4912-AF5A-8E51A0F03535}"/>
              </a:ext>
            </a:extLst>
          </p:cNvPr>
          <p:cNvSpPr/>
          <p:nvPr/>
        </p:nvSpPr>
        <p:spPr>
          <a:xfrm>
            <a:off x="1304925" y="1085851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EA7C3A-9E97-4FD9-9258-90A2A701B48E}"/>
              </a:ext>
            </a:extLst>
          </p:cNvPr>
          <p:cNvSpPr/>
          <p:nvPr/>
        </p:nvSpPr>
        <p:spPr>
          <a:xfrm>
            <a:off x="549276" y="549276"/>
            <a:ext cx="8045448" cy="4040188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DF1A8A-E8B1-4F56-8E05-BF95BE98DE5B}"/>
              </a:ext>
            </a:extLst>
          </p:cNvPr>
          <p:cNvSpPr/>
          <p:nvPr/>
        </p:nvSpPr>
        <p:spPr>
          <a:xfrm>
            <a:off x="549276" y="549274"/>
            <a:ext cx="8045448" cy="2022476"/>
          </a:xfrm>
          <a:custGeom>
            <a:avLst/>
            <a:gdLst>
              <a:gd name="connsiteX0" fmla="*/ 95348 w 10727264"/>
              <a:gd name="connsiteY0" fmla="*/ 0 h 2696634"/>
              <a:gd name="connsiteX1" fmla="*/ 10631916 w 10727264"/>
              <a:gd name="connsiteY1" fmla="*/ 0 h 2696634"/>
              <a:gd name="connsiteX2" fmla="*/ 10727264 w 10727264"/>
              <a:gd name="connsiteY2" fmla="*/ 95348 h 2696634"/>
              <a:gd name="connsiteX3" fmla="*/ 10727264 w 10727264"/>
              <a:gd name="connsiteY3" fmla="*/ 2696634 h 2696634"/>
              <a:gd name="connsiteX4" fmla="*/ 0 w 10727264"/>
              <a:gd name="connsiteY4" fmla="*/ 2696634 h 2696634"/>
              <a:gd name="connsiteX5" fmla="*/ 0 w 10727264"/>
              <a:gd name="connsiteY5" fmla="*/ 95348 h 2696634"/>
              <a:gd name="connsiteX6" fmla="*/ 95348 w 10727264"/>
              <a:gd name="connsiteY6" fmla="*/ 0 h 269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27264" h="2696634">
                <a:moveTo>
                  <a:pt x="95348" y="0"/>
                </a:moveTo>
                <a:lnTo>
                  <a:pt x="10631916" y="0"/>
                </a:lnTo>
                <a:cubicBezTo>
                  <a:pt x="10684575" y="0"/>
                  <a:pt x="10727264" y="42689"/>
                  <a:pt x="10727264" y="95348"/>
                </a:cubicBezTo>
                <a:lnTo>
                  <a:pt x="10727264" y="2696634"/>
                </a:lnTo>
                <a:lnTo>
                  <a:pt x="0" y="2696634"/>
                </a:lnTo>
                <a:lnTo>
                  <a:pt x="0" y="95348"/>
                </a:lnTo>
                <a:cubicBezTo>
                  <a:pt x="0" y="42689"/>
                  <a:pt x="42689" y="0"/>
                  <a:pt x="9534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65162"/>
            <a:ext cx="6858000" cy="1790700"/>
          </a:xfrm>
        </p:spPr>
        <p:txBody>
          <a:bodyPr anchor="b"/>
          <a:lstStyle>
            <a:lvl1pPr algn="ctr">
              <a:defRPr sz="60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71544"/>
            <a:ext cx="6858000" cy="5319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700" cap="all" baseline="0">
                <a:solidFill>
                  <a:srgbClr val="4C8BFD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D686E"/>
                </a:solidFill>
              </a:defRPr>
            </a:lvl1pPr>
          </a:lstStyle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29250" y="4834955"/>
            <a:ext cx="3086100" cy="274637"/>
          </a:xfrm>
        </p:spPr>
        <p:txBody>
          <a:bodyPr/>
          <a:lstStyle>
            <a:lvl1pPr algn="r">
              <a:defRPr>
                <a:solidFill>
                  <a:srgbClr val="5D686E"/>
                </a:solidFill>
              </a:defRPr>
            </a:lvl1pPr>
          </a:lstStyle>
          <a:p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7250034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32617-F728-4345-9B63-C0B5F79D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96419-4C10-4573-9A34-A9E44962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271FF-57D3-46C2-B896-B112906A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3037F-AC0A-45F2-9BE0-E2564EE6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67351E8-B1DF-47F2-BEAE-438019E48A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1533526"/>
            <a:ext cx="7886700" cy="3246119"/>
          </a:xfrm>
          <a:prstGeom prst="rect">
            <a:avLst/>
          </a:prstGeo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61709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2"/>
            <a:ext cx="7886700" cy="2139950"/>
          </a:xfrm>
        </p:spPr>
        <p:txBody>
          <a:bodyPr anchor="b"/>
          <a:lstStyle>
            <a:lvl1pPr>
              <a:defRPr sz="6000">
                <a:solidFill>
                  <a:srgbClr val="5D686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2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82003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243147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40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791504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385813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91148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134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4165889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432561"/>
            <a:ext cx="7886700" cy="329228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0854831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4640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4640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3100982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364718"/>
            <a:ext cx="9144000" cy="414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048935" y="2303794"/>
            <a:ext cx="5046133" cy="535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2747216" y="4591049"/>
            <a:ext cx="364958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rgbClr val="A5CD00"/>
                </a:solidFill>
              </a:rPr>
              <a:t>T</a:t>
            </a:r>
            <a:r>
              <a:rPr lang="en-US" baseline="0" dirty="0">
                <a:solidFill>
                  <a:srgbClr val="A5CD00"/>
                </a:solidFill>
              </a:rPr>
              <a:t>he </a:t>
            </a:r>
            <a:r>
              <a:rPr lang="en-US" baseline="0">
                <a:solidFill>
                  <a:srgbClr val="A5CD00"/>
                </a:solidFill>
              </a:rPr>
              <a:t>free PowerPoint template </a:t>
            </a:r>
            <a:r>
              <a:rPr lang="en-US" baseline="0" dirty="0">
                <a:solidFill>
                  <a:srgbClr val="A5CD00"/>
                </a:solidFill>
              </a:rPr>
              <a:t>library</a:t>
            </a:r>
            <a:endParaRPr lang="en-US" dirty="0">
              <a:solidFill>
                <a:srgbClr val="A5CD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459936" y="1974850"/>
            <a:ext cx="2224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ffectLst/>
              </a:rPr>
              <a:t>Designed</a:t>
            </a:r>
            <a:r>
              <a:rPr lang="en-US" baseline="0">
                <a:solidFill>
                  <a:schemeClr val="bg1"/>
                </a:solidFill>
                <a:effectLst/>
              </a:rPr>
              <a:t> with         by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Freeform 290"/>
          <p:cNvSpPr/>
          <p:nvPr userDrawn="1"/>
        </p:nvSpPr>
        <p:spPr>
          <a:xfrm>
            <a:off x="4977441" y="2029355"/>
            <a:ext cx="261456" cy="167993"/>
          </a:xfrm>
          <a:custGeom>
            <a:avLst/>
            <a:gdLst/>
            <a:ahLst/>
            <a:cxnLst/>
            <a:rect l="l" t="t" r="r" b="b"/>
            <a:pathLst>
              <a:path w="504825" h="432707">
                <a:moveTo>
                  <a:pt x="134658" y="0"/>
                </a:moveTo>
                <a:cubicBezTo>
                  <a:pt x="146301" y="0"/>
                  <a:pt x="158180" y="2019"/>
                  <a:pt x="170294" y="6057"/>
                </a:cubicBezTo>
                <a:cubicBezTo>
                  <a:pt x="182407" y="10095"/>
                  <a:pt x="193676" y="15541"/>
                  <a:pt x="204099" y="22396"/>
                </a:cubicBezTo>
                <a:cubicBezTo>
                  <a:pt x="214522" y="29251"/>
                  <a:pt x="223490" y="35683"/>
                  <a:pt x="231002" y="41693"/>
                </a:cubicBezTo>
                <a:cubicBezTo>
                  <a:pt x="238514" y="47703"/>
                  <a:pt x="245652" y="54088"/>
                  <a:pt x="252412" y="60849"/>
                </a:cubicBezTo>
                <a:cubicBezTo>
                  <a:pt x="259174" y="54088"/>
                  <a:pt x="266310" y="47703"/>
                  <a:pt x="273823" y="41693"/>
                </a:cubicBezTo>
                <a:cubicBezTo>
                  <a:pt x="281334" y="35683"/>
                  <a:pt x="290303" y="29251"/>
                  <a:pt x="300726" y="22396"/>
                </a:cubicBezTo>
                <a:cubicBezTo>
                  <a:pt x="311149" y="15541"/>
                  <a:pt x="322417" y="10095"/>
                  <a:pt x="334531" y="6057"/>
                </a:cubicBezTo>
                <a:cubicBezTo>
                  <a:pt x="346645" y="2019"/>
                  <a:pt x="358524" y="0"/>
                  <a:pt x="370167" y="0"/>
                </a:cubicBezTo>
                <a:cubicBezTo>
                  <a:pt x="412236" y="0"/>
                  <a:pt x="445197" y="11644"/>
                  <a:pt x="469048" y="34932"/>
                </a:cubicBezTo>
                <a:cubicBezTo>
                  <a:pt x="492899" y="58220"/>
                  <a:pt x="504825" y="90523"/>
                  <a:pt x="504825" y="131840"/>
                </a:cubicBezTo>
                <a:cubicBezTo>
                  <a:pt x="504825" y="173346"/>
                  <a:pt x="483321" y="215602"/>
                  <a:pt x="440313" y="258610"/>
                </a:cubicBezTo>
                <a:lnTo>
                  <a:pt x="264807" y="427636"/>
                </a:lnTo>
                <a:cubicBezTo>
                  <a:pt x="261427" y="431017"/>
                  <a:pt x="257295" y="432707"/>
                  <a:pt x="252412" y="432707"/>
                </a:cubicBezTo>
                <a:cubicBezTo>
                  <a:pt x="247529" y="432707"/>
                  <a:pt x="243398" y="431017"/>
                  <a:pt x="240018" y="427636"/>
                </a:cubicBezTo>
                <a:lnTo>
                  <a:pt x="64230" y="258047"/>
                </a:lnTo>
                <a:cubicBezTo>
                  <a:pt x="62351" y="256544"/>
                  <a:pt x="59770" y="254103"/>
                  <a:pt x="56482" y="250722"/>
                </a:cubicBezTo>
                <a:cubicBezTo>
                  <a:pt x="53196" y="247342"/>
                  <a:pt x="47984" y="241191"/>
                  <a:pt x="40848" y="232270"/>
                </a:cubicBezTo>
                <a:cubicBezTo>
                  <a:pt x="33712" y="223349"/>
                  <a:pt x="27326" y="214194"/>
                  <a:pt x="21692" y="204803"/>
                </a:cubicBezTo>
                <a:cubicBezTo>
                  <a:pt x="16057" y="195413"/>
                  <a:pt x="11035" y="184051"/>
                  <a:pt x="6620" y="170717"/>
                </a:cubicBezTo>
                <a:cubicBezTo>
                  <a:pt x="2207" y="157382"/>
                  <a:pt x="0" y="144423"/>
                  <a:pt x="0" y="131840"/>
                </a:cubicBezTo>
                <a:cubicBezTo>
                  <a:pt x="0" y="90523"/>
                  <a:pt x="11926" y="58220"/>
                  <a:pt x="35777" y="34932"/>
                </a:cubicBezTo>
                <a:cubicBezTo>
                  <a:pt x="59629" y="11644"/>
                  <a:pt x="92588" y="0"/>
                  <a:pt x="134658" y="0"/>
                </a:cubicBezTo>
                <a:close/>
              </a:path>
            </a:pathLst>
          </a:custGeom>
          <a:solidFill>
            <a:srgbClr val="D900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04190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0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1.xml"/><Relationship Id="rId8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76.xml"/><Relationship Id="rId13" Type="http://schemas.openxmlformats.org/officeDocument/2006/relationships/theme" Target="../theme/theme4.xml"/><Relationship Id="rId14" Type="http://schemas.openxmlformats.org/officeDocument/2006/relationships/hyperlink" Target="http://www.presentationgo.com/" TargetMode="External"/><Relationship Id="rId15" Type="http://schemas.openxmlformats.org/officeDocument/2006/relationships/image" Target="../media/image37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89.xml"/><Relationship Id="rId1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osefin Sans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  <p:sldLayoutId id="2147483724" r:id="rId50"/>
    <p:sldLayoutId id="2147483725" r:id="rId51"/>
    <p:sldLayoutId id="2147483726" r:id="rId52"/>
    <p:sldLayoutId id="2147483727" r:id="rId53"/>
    <p:sldLayoutId id="2147483728" r:id="rId54"/>
    <p:sldLayoutId id="2147483729" r:id="rId55"/>
    <p:sldLayoutId id="2147483730" r:id="rId56"/>
    <p:sldLayoutId id="2147483731" r:id="rId57"/>
    <p:sldLayoutId id="2147483732" r:id="rId58"/>
    <p:sldLayoutId id="2147483733" r:id="rId59"/>
    <p:sldLayoutId id="2147483734" r:id="rId60"/>
    <p:sldLayoutId id="2147483735" r:id="rId6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21" name="Google Shape;521;p6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27" name="Google Shape;527;p6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ABCEAB2-FBDF-46DE-8DD3-07B5136284FA}"/>
              </a:ext>
            </a:extLst>
          </p:cNvPr>
          <p:cNvSpPr/>
          <p:nvPr/>
        </p:nvSpPr>
        <p:spPr>
          <a:xfrm>
            <a:off x="1371600" y="1171576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7E6ECE6-8137-4F41-A6F0-DC9623651236}"/>
              </a:ext>
            </a:extLst>
          </p:cNvPr>
          <p:cNvSpPr/>
          <p:nvPr/>
        </p:nvSpPr>
        <p:spPr>
          <a:xfrm>
            <a:off x="356109" y="356108"/>
            <a:ext cx="8431785" cy="4431285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12DC555-B169-430C-85D9-8F1BCAF97743}"/>
              </a:ext>
            </a:extLst>
          </p:cNvPr>
          <p:cNvSpPr/>
          <p:nvPr/>
        </p:nvSpPr>
        <p:spPr>
          <a:xfrm>
            <a:off x="356109" y="354286"/>
            <a:ext cx="8431785" cy="1023223"/>
          </a:xfrm>
          <a:custGeom>
            <a:avLst/>
            <a:gdLst>
              <a:gd name="connsiteX0" fmla="*/ 104578 w 11242380"/>
              <a:gd name="connsiteY0" fmla="*/ 0 h 1364297"/>
              <a:gd name="connsiteX1" fmla="*/ 11137802 w 11242380"/>
              <a:gd name="connsiteY1" fmla="*/ 0 h 1364297"/>
              <a:gd name="connsiteX2" fmla="*/ 11242380 w 11242380"/>
              <a:gd name="connsiteY2" fmla="*/ 104578 h 1364297"/>
              <a:gd name="connsiteX3" fmla="*/ 11242380 w 11242380"/>
              <a:gd name="connsiteY3" fmla="*/ 1364297 h 1364297"/>
              <a:gd name="connsiteX4" fmla="*/ 0 w 11242380"/>
              <a:gd name="connsiteY4" fmla="*/ 1364297 h 1364297"/>
              <a:gd name="connsiteX5" fmla="*/ 0 w 11242380"/>
              <a:gd name="connsiteY5" fmla="*/ 104578 h 1364297"/>
              <a:gd name="connsiteX6" fmla="*/ 104578 w 11242380"/>
              <a:gd name="connsiteY6" fmla="*/ 0 h 1364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42380" h="1364297">
                <a:moveTo>
                  <a:pt x="104578" y="0"/>
                </a:moveTo>
                <a:lnTo>
                  <a:pt x="11137802" y="0"/>
                </a:lnTo>
                <a:cubicBezTo>
                  <a:pt x="11195559" y="0"/>
                  <a:pt x="11242380" y="46821"/>
                  <a:pt x="11242380" y="104578"/>
                </a:cubicBezTo>
                <a:lnTo>
                  <a:pt x="11242380" y="1364297"/>
                </a:lnTo>
                <a:lnTo>
                  <a:pt x="0" y="1364297"/>
                </a:lnTo>
                <a:lnTo>
                  <a:pt x="0" y="104578"/>
                </a:lnTo>
                <a:cubicBezTo>
                  <a:pt x="0" y="46821"/>
                  <a:pt x="46821" y="0"/>
                  <a:pt x="10457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33523"/>
            <a:ext cx="7886700" cy="3246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34955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pPr algn="r"/>
            <a:fld id="{1C0DB9A4-7C00-41BB-B303-4E91C20728DD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3856"/>
            <a:ext cx="7886700" cy="1013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0A3E62-9D04-42CF-968F-5F6E2C124DB8}"/>
              </a:ext>
            </a:extLst>
          </p:cNvPr>
          <p:cNvSpPr/>
          <p:nvPr/>
        </p:nvSpPr>
        <p:spPr>
          <a:xfrm>
            <a:off x="-88899" y="5219701"/>
            <a:ext cx="15648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14" tooltip="PresentationGo!"/>
              </a:rPr>
              <a:t>presentationgo.com</a:t>
            </a:r>
            <a:endParaRPr lang="en-US" sz="1100" dirty="0"/>
          </a:p>
        </p:txBody>
      </p:sp>
      <p:grpSp>
        <p:nvGrpSpPr>
          <p:cNvPr id="7" name="Group 16">
            <a:extLst>
              <a:ext uri="{FF2B5EF4-FFF2-40B4-BE49-F238E27FC236}">
                <a16:creationId xmlns:a16="http://schemas.microsoft.com/office/drawing/2014/main" id="{B356D5FC-88A6-4DDA-911C-2AF338BB6929}"/>
              </a:ext>
            </a:extLst>
          </p:cNvPr>
          <p:cNvGrpSpPr/>
          <p:nvPr/>
        </p:nvGrpSpPr>
        <p:grpSpPr>
          <a:xfrm>
            <a:off x="-1654908" y="-55353"/>
            <a:ext cx="1556359" cy="520664"/>
            <a:chOff x="-2096383" y="21447"/>
            <a:chExt cx="1556359" cy="69421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2DEBD7C-F558-4D4F-8E49-929D46967D92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369012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9E32DC-7D1B-4F0A-8A94-9976C83581EE}"/>
                </a:ext>
              </a:extLst>
            </p:cNvPr>
            <p:cNvSpPr txBox="1"/>
            <p:nvPr userDrawn="1"/>
          </p:nvSpPr>
          <p:spPr>
            <a:xfrm>
              <a:off x="-1002010" y="387370"/>
              <a:ext cx="461986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DF23B40-7BE1-43AB-84F8-8890236A61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151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D686E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D686E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D686E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942A-26CB-4FC8-A61F-ED7BAF06B75B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6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IN"/>
              <a:t>CS-409: </a:t>
            </a:r>
            <a:r>
              <a:rPr lang="el-GR"/>
              <a:t>Αντικειμενοστρεφής 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8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3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209346" y="267494"/>
            <a:ext cx="8749718" cy="1800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FINAL YEAR RESEARCH PROJECT </a:t>
            </a:r>
          </a:p>
          <a:p>
            <a:pPr>
              <a:lnSpc>
                <a:spcPct val="100000"/>
              </a:lnSpc>
            </a:pPr>
            <a:r>
              <a:rPr lang="en-US" sz="2800" cap="all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R</a:t>
            </a: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eview</a:t>
            </a:r>
            <a:r>
              <a:rPr lang="en-US" sz="2800" cap="all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-1 </a:t>
            </a: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Presentation</a:t>
            </a:r>
          </a:p>
          <a:p>
            <a:pPr>
              <a:lnSpc>
                <a:spcPct val="100000"/>
              </a:lnSpc>
            </a:pPr>
            <a:br>
              <a:rPr lang="en-US" sz="1100" dirty="0">
                <a:latin typeface="Bebas Neue"/>
              </a:rPr>
            </a:br>
            <a:r>
              <a:rPr lang="en-US" sz="1100" dirty="0">
                <a:latin typeface="Bebas Neue"/>
              </a:rPr>
              <a:t>			</a:t>
            </a:r>
            <a:r>
              <a:rPr lang="en-US" sz="2800" b="0" strike="noStrike" spc="-1" dirty="0">
                <a:solidFill>
                  <a:srgbClr val="572314"/>
                </a:solidFill>
                <a:latin typeface="Bebas Neue"/>
              </a:rPr>
              <a:t>[</a:t>
            </a:r>
            <a:r>
              <a:rPr lang="en-US" sz="2800" spc="-1" dirty="0">
                <a:solidFill>
                  <a:srgbClr val="572314"/>
                </a:solidFill>
                <a:latin typeface="Bebas Neue"/>
              </a:rPr>
              <a:t>Placement pro +</a:t>
            </a:r>
            <a:r>
              <a:rPr lang="en-US" sz="2800" b="0" strike="noStrike" spc="-1" dirty="0">
                <a:solidFill>
                  <a:srgbClr val="572314"/>
                </a:solidFill>
                <a:latin typeface="Bebas Neue"/>
              </a:rPr>
              <a:t>]</a:t>
            </a:r>
            <a:endParaRPr lang="en-US" sz="2800" b="0" strike="noStrike" spc="-1" dirty="0">
              <a:solidFill>
                <a:srgbClr val="000000"/>
              </a:solidFill>
              <a:latin typeface="Bebas Neue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398612" y="2933311"/>
            <a:ext cx="5397524" cy="435013"/>
          </a:xfrm>
          <a:prstGeom prst="rect">
            <a:avLst/>
          </a:prstGeom>
          <a:noFill/>
          <a:ln>
            <a:noFill/>
          </a:ln>
        </p:spPr>
        <p:txBody>
          <a:bodyPr lIns="90000" tIns="0" rIns="90000" bIns="45000">
            <a:normAutofit fontScale="94000"/>
          </a:bodyPr>
          <a:lstStyle/>
          <a:p>
            <a:pPr marL="27360">
              <a:lnSpc>
                <a:spcPct val="100000"/>
              </a:lnSpc>
              <a:spcBef>
                <a:spcPts val="601"/>
              </a:spcBef>
            </a:pPr>
            <a:r>
              <a:rPr lang="en-IN" sz="1700" b="1" strike="noStrike" spc="-1" dirty="0">
                <a:solidFill>
                  <a:srgbClr val="0070C0"/>
                </a:solidFill>
                <a:latin typeface="Gill Sans MT"/>
              </a:rPr>
              <a:t>Supervised By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:</a:t>
            </a:r>
            <a:r>
              <a:rPr lang="en-IN" sz="1700" spc="-1" dirty="0">
                <a:latin typeface="Arial"/>
              </a:rPr>
              <a:t> 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Prof. </a:t>
            </a:r>
            <a:r>
              <a:rPr lang="en-IN" sz="1700" b="1" spc="-1" dirty="0">
                <a:solidFill>
                  <a:srgbClr val="361309"/>
                </a:solidFill>
                <a:latin typeface="Gill Sans MT"/>
              </a:rPr>
              <a:t>Venkatesh Dalei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 </a:t>
            </a:r>
            <a:endParaRPr lang="en-IN" sz="1700" b="0" strike="noStrike" spc="-1" dirty="0"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398612" y="3344587"/>
            <a:ext cx="3528392" cy="22453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Group No</a:t>
            </a:r>
            <a:r>
              <a:rPr lang="en-IN" sz="1400" b="1" spc="-1" dirty="0">
                <a:solidFill>
                  <a:srgbClr val="0070C0"/>
                </a:solidFill>
                <a:latin typeface="Gill Sans MT"/>
              </a:rPr>
              <a:t> </a:t>
            </a: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: 10</a:t>
            </a:r>
            <a:endParaRPr lang="en-IN" sz="1400" b="0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0000"/>
                </a:solidFill>
                <a:latin typeface="Gill Sans MT"/>
              </a:rPr>
              <a:t>Name of the Student(s) with Regd. No :</a:t>
            </a:r>
          </a:p>
          <a:p>
            <a:pPr>
              <a:lnSpc>
                <a:spcPct val="100000"/>
              </a:lnSpc>
            </a:pPr>
            <a:endParaRPr lang="en-IN" sz="1400" b="1" strike="noStrike" spc="-1" dirty="0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00000"/>
              </a:lnSpc>
            </a:pPr>
            <a:r>
              <a:rPr lang="en-IN" sz="1400" b="0" strike="noStrike" spc="-1" dirty="0">
                <a:latin typeface="Arial"/>
              </a:rPr>
              <a:t>Aditya Subhaditya (2241019558)</a:t>
            </a:r>
          </a:p>
          <a:p>
            <a:pPr>
              <a:lnSpc>
                <a:spcPct val="100000"/>
              </a:lnSpc>
            </a:pPr>
            <a:r>
              <a:rPr lang="en-IN" sz="1400" b="0" strike="noStrike" spc="-1" dirty="0">
                <a:latin typeface="Arial"/>
              </a:rPr>
              <a:t>Sudhanshu Sinha(2241019539)</a:t>
            </a:r>
          </a:p>
          <a:p>
            <a:pPr>
              <a:lnSpc>
                <a:spcPct val="100000"/>
              </a:lnSpc>
            </a:pPr>
            <a:r>
              <a:rPr lang="en-IN" sz="1400" b="0" strike="noStrike" spc="-1" dirty="0">
                <a:latin typeface="Arial"/>
              </a:rPr>
              <a:t>Vishal Kumar Singh(2241019527)</a:t>
            </a:r>
          </a:p>
          <a:p>
            <a:pPr>
              <a:lnSpc>
                <a:spcPct val="100000"/>
              </a:lnSpc>
            </a:pPr>
            <a:r>
              <a:rPr lang="en-US" sz="1400" b="0" strike="noStrike" spc="-1" dirty="0" err="1">
                <a:latin typeface="Arial"/>
              </a:rPr>
              <a:t>Khirod</a:t>
            </a:r>
            <a:r>
              <a:rPr lang="en-US" sz="1400" b="0" strike="noStrike" spc="-1" dirty="0">
                <a:latin typeface="Arial"/>
              </a:rPr>
              <a:t> Kumar Patro(2241016312</a:t>
            </a:r>
          </a:p>
          <a:p>
            <a:pPr>
              <a:lnSpc>
                <a:spcPct val="100000"/>
              </a:lnSpc>
            </a:pP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5292080" y="3944752"/>
            <a:ext cx="3728904" cy="10449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Department of Computer Sc. and Engineering</a:t>
            </a:r>
            <a:endParaRPr lang="en-IN" sz="1400" b="1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strike="noStrike" spc="-1" dirty="0">
                <a:solidFill>
                  <a:srgbClr val="000000"/>
                </a:solidFill>
                <a:latin typeface="Gill Sans MT"/>
              </a:rPr>
              <a:t>Faculty of Engineering &amp; Technology (ITER)</a:t>
            </a:r>
            <a:endParaRPr lang="en-IN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Siksha ‘O’ </a:t>
            </a:r>
            <a:r>
              <a:rPr lang="en-IN" sz="1100" b="1" strike="noStrike" spc="-1" dirty="0" err="1">
                <a:solidFill>
                  <a:srgbClr val="000000"/>
                </a:solidFill>
                <a:latin typeface="Gill Sans MT"/>
              </a:rPr>
              <a:t>Anusandhan</a:t>
            </a: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 (Deemed to be) University</a:t>
            </a:r>
            <a:r>
              <a:rPr lang="en-IN" sz="1100" b="0" strike="noStrike" spc="-1" dirty="0">
                <a:solidFill>
                  <a:srgbClr val="000000"/>
                </a:solidFill>
                <a:latin typeface="Gill Sans M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Bhubaneswar, Odisha</a:t>
            </a:r>
            <a:endParaRPr lang="en-IN" sz="1100" b="0" strike="noStrike" spc="-1" dirty="0">
              <a:latin typeface="Arial"/>
            </a:endParaRPr>
          </a:p>
        </p:txBody>
      </p:sp>
      <p:sp>
        <p:nvSpPr>
          <p:cNvPr id="98" name="TextShape 5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F277BE30-6CD2-45EB-896E-478D60EBC98C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155520" y="-108270"/>
            <a:ext cx="304560" cy="2284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00" name="Picture 3"/>
          <p:cNvPicPr/>
          <p:nvPr/>
        </p:nvPicPr>
        <p:blipFill>
          <a:blip r:embed="rId2" cstate="print"/>
          <a:stretch/>
        </p:blipFill>
        <p:spPr>
          <a:xfrm>
            <a:off x="8172400" y="357480"/>
            <a:ext cx="826880" cy="77411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571472" y="147424"/>
            <a:ext cx="8361928" cy="76814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9000" lnSpcReduction="20000"/>
          </a:bodyPr>
          <a:lstStyle/>
          <a:p>
            <a:pPr>
              <a:lnSpc>
                <a:spcPct val="100000"/>
              </a:lnSpc>
            </a:pPr>
            <a:endParaRPr lang="en-US" sz="4700" b="1" strike="noStrike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7700" b="1" strike="noStrike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Presentation Outline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endParaRPr lang="en-US" sz="43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323528" y="843558"/>
            <a:ext cx="8496944" cy="388549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Problem Statement &amp; Motivations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Problem Statement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Motivations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Literature Review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400" spc="-1" dirty="0">
                <a:solidFill>
                  <a:srgbClr val="000000"/>
                </a:solidFill>
                <a:latin typeface="Gill Sans MT"/>
              </a:rPr>
              <a:t>Existing Solutions &amp; Limitations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Proposed Methodology &amp; </a:t>
            </a:r>
            <a:r>
              <a:rPr lang="en-US" sz="1600" spc="-1">
                <a:latin typeface="Gill Sans MT"/>
              </a:rPr>
              <a:t>Approach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>
                <a:latin typeface="Gill Sans MT"/>
              </a:rPr>
              <a:t>Key </a:t>
            </a:r>
            <a:r>
              <a:rPr lang="en-IN" sz="1600" spc="-1" dirty="0">
                <a:latin typeface="Gill Sans MT"/>
              </a:rPr>
              <a:t>Components/Modules &amp; Algorithms Used</a:t>
            </a:r>
            <a:endParaRPr lang="en-US" sz="1600" spc="-1" dirty="0">
              <a:latin typeface="Gill Sans MT"/>
            </a:endParaRP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Dataset &amp; Tools/Technologies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Work Done So Far (Implementation Progress)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Preliminary Results (if any)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Future Work Plan</a:t>
            </a:r>
            <a:endParaRPr lang="en-US" sz="1600" spc="-1" dirty="0">
              <a:latin typeface="Gill Sans MT"/>
            </a:endParaRPr>
          </a:p>
          <a:p>
            <a:pPr marL="3657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da-DK" sz="1600" spc="-1" dirty="0">
                <a:latin typeface="Gill Sans MT"/>
              </a:rPr>
              <a:t>References</a:t>
            </a:r>
            <a:endParaRPr lang="en-US" sz="1600" spc="-1" dirty="0">
              <a:latin typeface="Gill Sans MT"/>
            </a:endParaRPr>
          </a:p>
        </p:txBody>
      </p:sp>
      <p:sp>
        <p:nvSpPr>
          <p:cNvPr id="103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98A15F4-BA1A-4DF0-8C36-812FE3A649CD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4" name="Picture 2"/>
          <p:cNvPicPr/>
          <p:nvPr/>
        </p:nvPicPr>
        <p:blipFill>
          <a:blip r:embed="rId4" cstate="print"/>
          <a:stretch/>
        </p:blipFill>
        <p:spPr>
          <a:xfrm>
            <a:off x="8207896" y="0"/>
            <a:ext cx="936104" cy="915566"/>
          </a:xfrm>
          <a:prstGeom prst="rect">
            <a:avLst/>
          </a:prstGeom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Generic Preparation</a:t>
            </a:r>
            <a:r>
              <a:rPr lang="en-US" sz="1600" dirty="0"/>
              <a:t>: Existing platforms offer one-size-fits-all roadmaps, ignoring base skills.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Lack of Logical Progression in AI:</a:t>
            </a:r>
            <a:r>
              <a:rPr lang="en-US" sz="1600" dirty="0"/>
              <a:t> Standard LLMs hallucinate learning paths, failing to enforce prerequisites (e.g., trying to teach ML before Python basics).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Siloed Systems:</a:t>
            </a:r>
            <a:r>
              <a:rPr lang="en-US" sz="1600" dirty="0"/>
              <a:t> A fundamental disconnect exists between ML-based prediction models and actionable GenAI curriculums.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Limited Feedback Loops</a:t>
            </a:r>
            <a:r>
              <a:rPr lang="en-US" sz="1600" dirty="0"/>
              <a:t>: Most platforms lack continuous assessment and adaptive feedback mechanisms, resulting in static learning paths that don’t evolve based on a learner’s progress, mistakes, or changing goals.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endParaRPr lang="en-US" sz="1600" dirty="0"/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3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41432" y="0"/>
            <a:ext cx="970168" cy="9155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Motivations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Personalized Learning</a:t>
            </a:r>
            <a:r>
              <a:rPr lang="en-US" sz="1600" dirty="0"/>
              <a:t>: Empower students with tailored 12-week roadmaps that react dynamically to their current skills.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Precision over Hallucination</a:t>
            </a:r>
            <a:r>
              <a:rPr lang="en-US" sz="1600" dirty="0"/>
              <a:t>: A Neuro-Symbolic approach guarantees logically sound, executable study plans without AI hallucination.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Holistic Solution</a:t>
            </a:r>
            <a:r>
              <a:rPr lang="en-US" sz="1600" dirty="0"/>
              <a:t>: Bridge statistical prediction (likelihood of placement) with intelligent recommendation (how to improve).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sz="1600" b="1" dirty="0"/>
              <a:t>Continuous Adaptation:</a:t>
            </a:r>
            <a:r>
              <a:rPr lang="en-US" sz="1600" dirty="0"/>
              <a:t> Integrate real-time performance tracking and feedback loops to constantly refine the learning path, ensuring it evolves with the student’s progress, strengths, and weaknesses. 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endParaRPr lang="en-US" sz="1600" dirty="0"/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4</a:t>
            </a:fld>
            <a:endParaRPr lang="en-IN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145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07504" y="-61167"/>
            <a:ext cx="8290490" cy="41235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br>
              <a:rPr dirty="0"/>
            </a:br>
            <a:r>
              <a:rPr lang="en-US" sz="112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110" name="TextShape 2"/>
          <p:cNvSpPr txBox="1"/>
          <p:nvPr/>
        </p:nvSpPr>
        <p:spPr>
          <a:xfrm>
            <a:off x="538350" y="1076610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5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/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C9E7DC-9F59-8E73-4E17-BD145ED97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267707"/>
              </p:ext>
            </p:extLst>
          </p:nvPr>
        </p:nvGraphicFramePr>
        <p:xfrm>
          <a:off x="538350" y="862772"/>
          <a:ext cx="7632848" cy="3909933"/>
        </p:xfrm>
        <a:graphic>
          <a:graphicData uri="http://schemas.openxmlformats.org/drawingml/2006/table">
            <a:tbl>
              <a:tblPr/>
              <a:tblGrid>
                <a:gridCol w="876328">
                  <a:extLst>
                    <a:ext uri="{9D8B030D-6E8A-4147-A177-3AD203B41FA5}">
                      <a16:colId xmlns:a16="http://schemas.microsoft.com/office/drawing/2014/main" val="1724099349"/>
                    </a:ext>
                  </a:extLst>
                </a:gridCol>
                <a:gridCol w="906431">
                  <a:extLst>
                    <a:ext uri="{9D8B030D-6E8A-4147-A177-3AD203B41FA5}">
                      <a16:colId xmlns:a16="http://schemas.microsoft.com/office/drawing/2014/main" val="3311417763"/>
                    </a:ext>
                  </a:extLst>
                </a:gridCol>
                <a:gridCol w="1533960">
                  <a:extLst>
                    <a:ext uri="{9D8B030D-6E8A-4147-A177-3AD203B41FA5}">
                      <a16:colId xmlns:a16="http://schemas.microsoft.com/office/drawing/2014/main" val="674294725"/>
                    </a:ext>
                  </a:extLst>
                </a:gridCol>
                <a:gridCol w="1603685">
                  <a:extLst>
                    <a:ext uri="{9D8B030D-6E8A-4147-A177-3AD203B41FA5}">
                      <a16:colId xmlns:a16="http://schemas.microsoft.com/office/drawing/2014/main" val="1914132485"/>
                    </a:ext>
                  </a:extLst>
                </a:gridCol>
                <a:gridCol w="1324783">
                  <a:extLst>
                    <a:ext uri="{9D8B030D-6E8A-4147-A177-3AD203B41FA5}">
                      <a16:colId xmlns:a16="http://schemas.microsoft.com/office/drawing/2014/main" val="3409910383"/>
                    </a:ext>
                  </a:extLst>
                </a:gridCol>
                <a:gridCol w="1387661">
                  <a:extLst>
                    <a:ext uri="{9D8B030D-6E8A-4147-A177-3AD203B41FA5}">
                      <a16:colId xmlns:a16="http://schemas.microsoft.com/office/drawing/2014/main" val="3300975957"/>
                    </a:ext>
                  </a:extLst>
                </a:gridCol>
              </a:tblGrid>
              <a:tr h="442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S. No.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Author &amp; Year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Methods/Techniques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Dataset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/>
                        <a:t> Research </a:t>
                      </a:r>
                      <a:r>
                        <a:rPr lang="en-IN" sz="1100" b="1" dirty="0"/>
                        <a:t>Outcomes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Findings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53993"/>
                  </a:ext>
                </a:extLst>
              </a:tr>
              <a:tr h="9735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/>
                        <a:t>Example 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Smith et al. (2022)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Feature Extraction: Ensemble Learning Classification: 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UCI Repository, 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/>
                        <a:t>Accuracy: 92–95%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F1 Score: 0.91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AUC: 0.93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Recall: 0.90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/>
                        <a:t>High accuracy with structured data; stable and reliable performance but limited 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779618"/>
                  </a:ext>
                </a:extLst>
              </a:tr>
              <a:tr h="9735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 2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Kumar &amp; Patel (2023)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dirty="0"/>
                        <a:t>Feature Extraction: CNN (Deep Learning)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Classification: Convolutional Neural Network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00" dirty="0"/>
                        <a:t>Custom Dataset, TensorFlow/</a:t>
                      </a:r>
                      <a:r>
                        <a:rPr lang="en-IN" sz="1000" dirty="0" err="1"/>
                        <a:t>Keras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dirty="0"/>
                        <a:t>Accuracy: 90–93%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F1 Score: 0.89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AUC: 0.91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Recall: 0.88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dirty="0"/>
                        <a:t>Superior performance with automatic feature extraction; computationally expensive and requires large data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471201"/>
                  </a:ext>
                </a:extLst>
              </a:tr>
              <a:tr h="442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3</a:t>
                      </a: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702041"/>
                  </a:ext>
                </a:extLst>
              </a:tr>
              <a:tr h="4515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4</a:t>
                      </a: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16339"/>
                  </a:ext>
                </a:extLst>
              </a:tr>
              <a:tr h="442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3292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28901D8-0FDB-FB2D-846C-59B0233D0C7C}"/>
              </a:ext>
            </a:extLst>
          </p:cNvPr>
          <p:cNvSpPr txBox="1"/>
          <p:nvPr/>
        </p:nvSpPr>
        <p:spPr>
          <a:xfrm>
            <a:off x="210600" y="447274"/>
            <a:ext cx="726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Table 1:Summary of Existing Approaches and Research </a:t>
            </a:r>
            <a:r>
              <a:rPr lang="en-IN" sz="1200" dirty="0"/>
              <a:t>Limitations</a:t>
            </a:r>
          </a:p>
          <a:p>
            <a:pPr algn="ctr"/>
            <a:r>
              <a:rPr lang="en-US" sz="1200" dirty="0"/>
              <a:t>[Example Table for Reference]</a:t>
            </a:r>
            <a:endParaRPr lang="en-IN" sz="1200" dirty="0"/>
          </a:p>
          <a:p>
            <a:pPr algn="ctr"/>
            <a:endParaRPr lang="en-IN" sz="1200" dirty="0"/>
          </a:p>
          <a:p>
            <a:endParaRPr lang="en-IN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9377-90C0-0315-2E0E-D3987B4B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98A1BA01-D1E7-7AEE-A1B0-FAE1027D7D79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Research Gap &amp; Improvements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50E6CA8D-B2CA-6B1F-3070-ABCE97CC5173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b="1" dirty="0"/>
              <a:t>The Gap</a:t>
            </a:r>
            <a:r>
              <a:rPr lang="en-IN" dirty="0"/>
              <a:t>: Current EdTech AI relies either entirely on rigid structural graphs or entirely on probabilistic language models.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b="1" dirty="0"/>
              <a:t>Our Improvement</a:t>
            </a:r>
            <a:r>
              <a:rPr lang="en-IN" dirty="0"/>
              <a:t>: Bridging the gap using a customized Neuro-Symbolic architecture.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b="1" dirty="0"/>
              <a:t>Neural Component (Semantic Understanding</a:t>
            </a:r>
            <a:r>
              <a:rPr lang="en-IN" dirty="0"/>
              <a:t>): Using sentence embeddings (</a:t>
            </a:r>
            <a:r>
              <a:rPr lang="en-IN" dirty="0" err="1"/>
              <a:t>SentenceTransformers</a:t>
            </a:r>
            <a:r>
              <a:rPr lang="en-IN" dirty="0"/>
              <a:t>) to semantically match a student's unstructured skills to the backend database.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b="1" dirty="0"/>
              <a:t>Symbolic Component (Logical Constraints): </a:t>
            </a:r>
            <a:r>
              <a:rPr lang="en-IN" dirty="0"/>
              <a:t>Navigating a weighted Knowledge Graph (</a:t>
            </a:r>
            <a:r>
              <a:rPr lang="en-IN" dirty="0" err="1"/>
              <a:t>NetworkX</a:t>
            </a:r>
            <a:r>
              <a:rPr lang="en-IN" dirty="0"/>
              <a:t>) to enforce strict prerequisite traversal for the generated syllabus.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EBE13820-C3A0-965A-C580-C4C2AFB57D18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A3663DAC-5F65-9309-F789-B1E6CB71DB6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346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59BD-49C5-EEF4-69EB-420E3CAA4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7D4CD70E-5418-1FC5-1EDB-192C2A5FA046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FBA454CB-B805-4DE9-8F6E-EEE582D197EF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C56AA8D6-1D20-8753-1AD2-B484C9B1149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DB44850F-263A-20A8-CC64-6043759B95A1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29F60B-728B-DD7D-BD8D-2910CE6EA277}"/>
              </a:ext>
            </a:extLst>
          </p:cNvPr>
          <p:cNvSpPr txBox="1"/>
          <p:nvPr/>
        </p:nvSpPr>
        <p:spPr>
          <a:xfrm>
            <a:off x="1043608" y="3291830"/>
            <a:ext cx="64087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Fig. 1: Workflow of the Proposed Model</a:t>
            </a:r>
          </a:p>
          <a:p>
            <a:pPr algn="ctr"/>
            <a:r>
              <a:rPr lang="en-US" sz="1200" dirty="0"/>
              <a:t>[Example Figure for Reference]</a:t>
            </a:r>
            <a:endParaRPr lang="en-IN" sz="1200" dirty="0"/>
          </a:p>
          <a:p>
            <a:pPr algn="ctr"/>
            <a:endParaRPr lang="en-IN" sz="1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56B9CB9-2511-C3FB-11AE-0FFB9CDC8FA8}"/>
              </a:ext>
            </a:extLst>
          </p:cNvPr>
          <p:cNvGrpSpPr/>
          <p:nvPr/>
        </p:nvGrpSpPr>
        <p:grpSpPr>
          <a:xfrm>
            <a:off x="2627784" y="1043010"/>
            <a:ext cx="3201516" cy="3014550"/>
            <a:chOff x="0" y="0"/>
            <a:chExt cx="2514600" cy="443484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F7272CB-7476-5B14-854B-1D7608D1CDC0}"/>
                </a:ext>
              </a:extLst>
            </p:cNvPr>
            <p:cNvCxnSpPr/>
            <p:nvPr/>
          </p:nvCxnSpPr>
          <p:spPr>
            <a:xfrm>
              <a:off x="1177290" y="510540"/>
              <a:ext cx="10264" cy="205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772D20-DB9D-E69B-493A-A8266514884D}"/>
                </a:ext>
              </a:extLst>
            </p:cNvPr>
            <p:cNvSpPr/>
            <p:nvPr/>
          </p:nvSpPr>
          <p:spPr>
            <a:xfrm>
              <a:off x="198120" y="731520"/>
              <a:ext cx="1950098" cy="43434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Preprocessing 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D7C50C1-D952-CD5D-0680-765D9C47E40E}"/>
                </a:ext>
              </a:extLst>
            </p:cNvPr>
            <p:cNvCxnSpPr/>
            <p:nvPr/>
          </p:nvCxnSpPr>
          <p:spPr>
            <a:xfrm>
              <a:off x="1203960" y="1165860"/>
              <a:ext cx="10264" cy="1752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0E9CDF-2D7C-1B2C-A0A7-6279B9DBB75D}"/>
                </a:ext>
              </a:extLst>
            </p:cNvPr>
            <p:cNvSpPr/>
            <p:nvPr/>
          </p:nvSpPr>
          <p:spPr>
            <a:xfrm>
              <a:off x="22860" y="1363980"/>
              <a:ext cx="2411963" cy="5562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2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CNN-Based Feature Extraction &amp; Selection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86D5F61-7309-BF8B-56A9-7E2826C7DD9D}"/>
                </a:ext>
              </a:extLst>
            </p:cNvPr>
            <p:cNvCxnSpPr/>
            <p:nvPr/>
          </p:nvCxnSpPr>
          <p:spPr>
            <a:xfrm>
              <a:off x="1219200" y="193548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C9B21D-983A-8BE7-5B2C-8585A04E80BD}"/>
                </a:ext>
              </a:extLst>
            </p:cNvPr>
            <p:cNvSpPr/>
            <p:nvPr/>
          </p:nvSpPr>
          <p:spPr>
            <a:xfrm>
              <a:off x="114300" y="2164080"/>
              <a:ext cx="2206690" cy="3352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Attention Mechanism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E1E82C-7D60-8D04-B086-B47D23CCCFD1}"/>
                </a:ext>
              </a:extLst>
            </p:cNvPr>
            <p:cNvSpPr/>
            <p:nvPr/>
          </p:nvSpPr>
          <p:spPr>
            <a:xfrm>
              <a:off x="0" y="2750820"/>
              <a:ext cx="2514600" cy="4114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Classification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BC1DD5-0797-1B1E-7D09-951F72079796}"/>
                </a:ext>
              </a:extLst>
            </p:cNvPr>
            <p:cNvSpPr/>
            <p:nvPr/>
          </p:nvSpPr>
          <p:spPr>
            <a:xfrm>
              <a:off x="350520" y="3436620"/>
              <a:ext cx="1939834" cy="4953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Result Analysis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53534CB-B2E2-BE8C-B403-91FAECEFCDDC}"/>
                </a:ext>
              </a:extLst>
            </p:cNvPr>
            <p:cNvCxnSpPr/>
            <p:nvPr/>
          </p:nvCxnSpPr>
          <p:spPr>
            <a:xfrm>
              <a:off x="1264920" y="387096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F77AB0F-D310-B047-3868-C7F9ED0E658F}"/>
                </a:ext>
              </a:extLst>
            </p:cNvPr>
            <p:cNvCxnSpPr/>
            <p:nvPr/>
          </p:nvCxnSpPr>
          <p:spPr>
            <a:xfrm>
              <a:off x="1264920" y="2499360"/>
              <a:ext cx="0" cy="228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34566CC-89DE-90D6-A4EC-C497D14CB0CF}"/>
                </a:ext>
              </a:extLst>
            </p:cNvPr>
            <p:cNvSpPr/>
            <p:nvPr/>
          </p:nvSpPr>
          <p:spPr>
            <a:xfrm>
              <a:off x="678180" y="4061460"/>
              <a:ext cx="1416387" cy="3733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Final Output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ylinder 15">
              <a:extLst>
                <a:ext uri="{FF2B5EF4-FFF2-40B4-BE49-F238E27FC236}">
                  <a16:creationId xmlns:a16="http://schemas.microsoft.com/office/drawing/2014/main" id="{E58BCF28-3C2B-98BF-431E-7C5E007E8CF0}"/>
                </a:ext>
              </a:extLst>
            </p:cNvPr>
            <p:cNvSpPr/>
            <p:nvPr/>
          </p:nvSpPr>
          <p:spPr>
            <a:xfrm>
              <a:off x="441960" y="0"/>
              <a:ext cx="1611397" cy="510540"/>
            </a:xfrm>
            <a:prstGeom prst="ca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Brain MRI d</a:t>
              </a:r>
              <a:endParaRPr lang="en-IN" sz="1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D5F28BA-4275-CDC1-3EC5-0255E8533204}"/>
                </a:ext>
              </a:extLst>
            </p:cNvPr>
            <p:cNvCxnSpPr/>
            <p:nvPr/>
          </p:nvCxnSpPr>
          <p:spPr>
            <a:xfrm flipH="1">
              <a:off x="1272540" y="3169920"/>
              <a:ext cx="15240" cy="2667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75786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60F32-27DF-3A98-D9C2-8C41DFB7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4C9E006D-5246-58F6-E588-2C0922871ECD}"/>
              </a:ext>
            </a:extLst>
          </p:cNvPr>
          <p:cNvSpPr txBox="1"/>
          <p:nvPr/>
        </p:nvSpPr>
        <p:spPr>
          <a:xfrm>
            <a:off x="480212" y="-168483"/>
            <a:ext cx="8361928" cy="55363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</a:t>
            </a: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		 cont.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2CD44DE5-A20F-E89E-BB16-07701DC74DB1}"/>
              </a:ext>
            </a:extLst>
          </p:cNvPr>
          <p:cNvSpPr txBox="1"/>
          <p:nvPr/>
        </p:nvSpPr>
        <p:spPr>
          <a:xfrm>
            <a:off x="366134" y="1085939"/>
            <a:ext cx="8504804" cy="314199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056D3CEB-3778-A612-250E-7B618D9549FB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B98E295F-AD54-F063-80D6-38BC54B3526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3D7DDE-F70E-732B-339C-80805CED93D3}"/>
              </a:ext>
            </a:extLst>
          </p:cNvPr>
          <p:cNvSpPr txBox="1"/>
          <p:nvPr/>
        </p:nvSpPr>
        <p:spPr>
          <a:xfrm>
            <a:off x="1187624" y="3795886"/>
            <a:ext cx="6048672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Fig. 2: Schematic Model Diagram of the Proposed Model</a:t>
            </a:r>
          </a:p>
          <a:p>
            <a:pPr algn="ctr"/>
            <a:r>
              <a:rPr lang="en-US" sz="1100" dirty="0"/>
              <a:t>[Example Figure for Reference]</a:t>
            </a:r>
            <a:endParaRPr lang="en-IN" sz="1100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6D9FA1-9175-995D-6D8D-B91FB155B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63" y="555526"/>
            <a:ext cx="7376711" cy="359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21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2329-4F88-B0E0-0252-E2D8B8F4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3FEF313C-EFC9-A169-AF9C-C3BF6A2847B6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Dataset &amp; Tools/Technologies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C071F398-B6BD-852A-B8C2-E99AE7A3C9C0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1600" dirty="0"/>
              <a:t>Datasets: Simulated historical student profiles (for ML scoring) and a custom Directed Acyclic Graph (DAG) for the CS Curriculum.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1600" dirty="0"/>
              <a:t>Frontend Application: Built with React, TypeScript, and Vite for performance.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1600" dirty="0"/>
              <a:t>Backend Architecture: </a:t>
            </a:r>
            <a:r>
              <a:rPr lang="en-IN" sz="1600" dirty="0" err="1"/>
              <a:t>FastAPI</a:t>
            </a:r>
            <a:r>
              <a:rPr lang="en-IN" sz="1600" dirty="0"/>
              <a:t> (Python) for rapid ML inference and routing.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IN" sz="1600" dirty="0"/>
              <a:t>AI/ML Stack: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§"/>
              <a:defRPr sz="2000"/>
            </a:pPr>
            <a:r>
              <a:rPr lang="en-IN" sz="1600" dirty="0"/>
              <a:t>   </a:t>
            </a:r>
            <a:r>
              <a:rPr lang="en-IN" sz="1600" dirty="0" err="1"/>
              <a:t>SentenceTransformers</a:t>
            </a:r>
            <a:r>
              <a:rPr lang="en-IN" sz="1600" dirty="0"/>
              <a:t> (NLP Vectors)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§"/>
              <a:defRPr sz="2000"/>
            </a:pPr>
            <a:r>
              <a:rPr lang="en-IN" sz="1600" dirty="0"/>
              <a:t>   </a:t>
            </a:r>
            <a:r>
              <a:rPr lang="en-IN" sz="1600" dirty="0" err="1"/>
              <a:t>NetworkX</a:t>
            </a:r>
            <a:r>
              <a:rPr lang="en-IN" sz="1600" dirty="0"/>
              <a:t> (Graph Theory)</a:t>
            </a:r>
          </a:p>
          <a:p>
            <a:pPr marL="285750" indent="-285750">
              <a:spcAft>
                <a:spcPts val="1400"/>
              </a:spcAft>
              <a:buFont typeface="Wingdings" panose="05000000000000000000" pitchFamily="2" charset="2"/>
              <a:buChar char="§"/>
              <a:defRPr sz="2000"/>
            </a:pPr>
            <a:r>
              <a:rPr lang="en-IN" sz="1600" dirty="0"/>
              <a:t>   Scikit-Learn (Predictive ML)</a:t>
            </a:r>
            <a:endParaRPr kumimoji="0" lang="en-US" sz="16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1CD427EE-1FA4-386B-72E7-D515FE14BCF7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0E8E06F2-3FBE-0B4E-96F3-8E0E72FFBFB9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2611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Progress in Implementation Plan &amp; Methodology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System Skeleton: Initialized the full-stack architecture with functional React-</a:t>
            </a:r>
            <a:r>
              <a:rPr lang="en-US" dirty="0" err="1"/>
              <a:t>FastAPI</a:t>
            </a:r>
            <a:r>
              <a:rPr lang="en-US" dirty="0"/>
              <a:t> communication.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Predictive Engine: Successfully deployed the ML-driven placement prediction component calculating readiness percentiles.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Neuro-Symbolic Engine: Completely overhauled the backend API to parse skills through our custom semantic knowledge graph.</a:t>
            </a:r>
          </a:p>
          <a:p>
            <a:pPr marL="342900" indent="-3429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Frontend Integration: Designed a dynamic, interactive dashboard to display these roadmaps continuously.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7287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863C-C421-2A24-510A-46BB11F8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A8544B3C-3745-7F17-3D88-C6AC7A2FBBB1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Future Work Plan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2B231A21-3973-0F3D-E76C-E46B41FE71A7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indent="-4572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Advanced State Tracking: Implement granular database tracking for students' weekly progress checks.</a:t>
            </a:r>
          </a:p>
          <a:p>
            <a:pPr marL="457200" indent="-4572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Dynamic Re-Routing: Develop the logic to auto-regenerate the remaining weeks of the roadmap if a student fails a milestone quiz.</a:t>
            </a:r>
          </a:p>
          <a:p>
            <a:pPr marL="457200" indent="-4572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Interactive Graph Visualizations: Render the prerequisite graph visually on the frontend.</a:t>
            </a:r>
          </a:p>
          <a:p>
            <a:pPr marL="457200" indent="-457200">
              <a:spcAft>
                <a:spcPts val="14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Production Deployment: Containerize the </a:t>
            </a:r>
            <a:r>
              <a:rPr lang="en-US" dirty="0" err="1"/>
              <a:t>FastAPI</a:t>
            </a:r>
            <a:r>
              <a:rPr lang="en-US" dirty="0"/>
              <a:t> backend and deploy via standard cloud services.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1E646920-2BA3-24E7-7837-F09BDE116DC1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D2A02815-AF57-59B6-A150-19EF68B8681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4048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042" y="433576"/>
            <a:ext cx="8433366" cy="553998"/>
          </a:xfrm>
        </p:spPr>
        <p:txBody>
          <a:bodyPr/>
          <a:lstStyle/>
          <a:p>
            <a:r>
              <a:rPr lang="en-IN" sz="2800" b="1" spc="-1" dirty="0">
                <a:solidFill>
                  <a:srgbClr val="572314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References</a:t>
            </a:r>
            <a:endParaRPr lang="en-US" sz="2800" b="1" spc="-1" dirty="0">
              <a:solidFill>
                <a:srgbClr val="572314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1D6590-7914-C880-B4E9-BB48721B5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419344"/>
              </p:ext>
            </p:extLst>
          </p:nvPr>
        </p:nvGraphicFramePr>
        <p:xfrm>
          <a:off x="683568" y="987574"/>
          <a:ext cx="7920880" cy="3583632"/>
        </p:xfrm>
        <a:graphic>
          <a:graphicData uri="http://schemas.openxmlformats.org/drawingml/2006/table">
            <a:tbl>
              <a:tblPr firstRow="1" firstCol="1" bandRow="1"/>
              <a:tblGrid>
                <a:gridCol w="360040">
                  <a:extLst>
                    <a:ext uri="{9D8B030D-6E8A-4147-A177-3AD203B41FA5}">
                      <a16:colId xmlns:a16="http://schemas.microsoft.com/office/drawing/2014/main" val="4143303669"/>
                    </a:ext>
                  </a:extLst>
                </a:gridCol>
                <a:gridCol w="7560840">
                  <a:extLst>
                    <a:ext uri="{9D8B030D-6E8A-4147-A177-3AD203B41FA5}">
                      <a16:colId xmlns:a16="http://schemas.microsoft.com/office/drawing/2014/main" val="2032625208"/>
                    </a:ext>
                  </a:extLst>
                </a:gridCol>
              </a:tblGrid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[1]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A. Sharma, R. Kumar, and S. Das, “Deep learning-based brain </a:t>
                      </a:r>
                      <a:r>
                        <a:rPr lang="en-IN" sz="14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tumor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detection using MRI images,”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IEEE Access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10, pp. 12345–12356, 2022.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409745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[2]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P. Singh and M. Gupta, “Machine learning techniques for disease prediction,”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International Journal of Medical Informatics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134, pp. 104–112, 2021.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956124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[3]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S. Roy et al., “A hybrid CNN-LSTM model for medical image classification,” </a:t>
                      </a:r>
                      <a:r>
                        <a:rPr lang="en-IN" sz="1400" i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IEEE Transactions on Medical Imaging</a:t>
                      </a: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39, no. 5, pp. 1400–1410, 2020.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429117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[4]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K. Patel and N. Shah, “Transfer learning approach for image classification using VGG16,”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Procedia Computer Science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167, pp. 197–206, 2022.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626885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[5]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R. Das and A. Mishra, “</a:t>
                      </a:r>
                      <a:r>
                        <a:rPr lang="en-IN" sz="14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EfficientNet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-based model for disease detection,”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Expert Systems with Applications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198, pp. 116–130, 2023.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344927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[6]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5506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435680" y="206010"/>
            <a:ext cx="749772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087FA15C-8669-41A7-83ED-7B46D054D84B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13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26" name="Picture 2"/>
          <p:cNvPicPr/>
          <p:nvPr/>
        </p:nvPicPr>
        <p:blipFill>
          <a:blip r:embed="rId2" cstate="print"/>
          <a:stretch/>
        </p:blipFill>
        <p:spPr>
          <a:xfrm>
            <a:off x="1763640" y="1778220"/>
            <a:ext cx="6049800" cy="22156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Research Motivation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Overview:</a:t>
            </a:r>
          </a:p>
          <a:p>
            <a:r>
              <a:t>Placement.OS is an advanced AI-powered Placement Preparation System. It utilizes a Neuro-Symbolic Artificial Intelligence architecture to algorithmically evaluate student skills, predict deterministic placement probabilities, and identify specific knowledge gaps.</a:t>
            </a:r>
          </a:p>
          <a:p/>
          <a:p>
            <a:r>
              <a:t>Why This Research Idea?</a:t>
            </a:r>
          </a:p>
          <a:p>
            <a:r>
              <a:t>Modern technical education frequently struggles with academic-industry misalignment, where students graduate lacking the dynamic skills strictly required by top-tier tech companies. We initiated this research to mathematically bridge that gap. Rather than relying on generic educational syllabi, our system dynamically generates fully personalized, data-driven 12-week learning roadmaps.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Frontend (Client-Side Rendering):</a:t>
            </a:r>
          </a:p>
          <a:p>
            <a:r>
              <a:t>• Core: React 19 + TypeScript</a:t>
            </a:r>
          </a:p>
          <a:p>
            <a:r>
              <a:t>• Compilation: Vite (esbuild)</a:t>
            </a:r>
          </a:p>
          <a:p>
            <a:r>
              <a:t>• UI &amp; Animation: Tailwind CSS + Framer Motion</a:t>
            </a:r>
          </a:p>
          <a:p>
            <a:r>
              <a:t>• Visualizations: Recharts</a:t>
            </a:r>
          </a:p>
          <a:p/>
          <a:p>
            <a:r>
              <a:t>Backend (Neuro-Symbolic Engine):</a:t>
            </a:r>
          </a:p>
          <a:p>
            <a:r>
              <a:t>• Framework: Python Flask (RESTful API Ecosystem)</a:t>
            </a:r>
          </a:p>
          <a:p>
            <a:r>
              <a:t>• Vector Search: Hugging Face sentence-transformers (all-MiniLM)</a:t>
            </a:r>
          </a:p>
          <a:p>
            <a:r>
              <a:t>• Knowledge Graph Algorithmic Routing: NetworkX</a:t>
            </a:r>
          </a:p>
          <a:p>
            <a:r>
              <a:t>• Data Handling: Scikit-learn, Numpy</a:t>
            </a:r>
          </a:p>
          <a:p/>
          <a:p>
            <a:r>
              <a:t>Database Architecture:</a:t>
            </a:r>
          </a:p>
          <a:p>
            <a:r>
              <a:t>• SQLAlchemy mapped to SQLite</a:t>
            </a:r>
          </a:p>
          <a:p/>
          <a:p>
            <a:r>
              <a:t>Cloud Infrastructure:</a:t>
            </a:r>
          </a:p>
          <a:p>
            <a:r>
              <a:t>• Frontend Hosting: Netlify Global Edge CDN</a:t>
            </a:r>
          </a:p>
          <a:p>
            <a:r>
              <a:t>• Backend Engine: Hugging Face Spaces (Dockerized Container)</a:t>
            </a:r>
          </a:p>
        </p:txBody>
      </p:sp>
    </p:spTree>
  </p:cSld>
  <p:clrMapOvr>
    <a:masterClrMapping/>
  </p:clrMapOvr>
</p:sld>
</file>

<file path=ppt/theme/_rels/them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jpeg"/></Relationships>
</file>

<file path=ppt/theme/theme1.xml><?xml version="1.0" encoding="utf-8"?>
<a:theme xmlns:a="http://schemas.openxmlformats.org/drawingml/2006/main" name="Minimalist Aesthetics Business Plan XL by Slidesgo">
  <a:themeElements>
    <a:clrScheme name="Simple Light">
      <a:dk1>
        <a:srgbClr val="01083A"/>
      </a:dk1>
      <a:lt1>
        <a:srgbClr val="E5E8FF"/>
      </a:lt1>
      <a:dk2>
        <a:srgbClr val="B9C2FF"/>
      </a:dk2>
      <a:lt2>
        <a:srgbClr val="97A4FF"/>
      </a:lt2>
      <a:accent1>
        <a:srgbClr val="2332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08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Custom Design - PresentationGO">
  <a:themeElements>
    <a:clrScheme name="PGO-105">
      <a:dk1>
        <a:srgbClr val="2B323B"/>
      </a:dk1>
      <a:lt1>
        <a:sysClr val="window" lastClr="FFFFFF"/>
      </a:lt1>
      <a:dk2>
        <a:srgbClr val="5D686E"/>
      </a:dk2>
      <a:lt2>
        <a:srgbClr val="E7E6E6"/>
      </a:lt2>
      <a:accent1>
        <a:srgbClr val="33CAFF"/>
      </a:accent1>
      <a:accent2>
        <a:srgbClr val="4C8BFD"/>
      </a:accent2>
      <a:accent3>
        <a:srgbClr val="F6F7FC"/>
      </a:accent3>
      <a:accent4>
        <a:srgbClr val="BFCBD9"/>
      </a:accent4>
      <a:accent5>
        <a:srgbClr val="4C8BFD"/>
      </a:accent5>
      <a:accent6>
        <a:srgbClr val="4C8BFD"/>
      </a:accent6>
      <a:hlink>
        <a:srgbClr val="33CAFF"/>
      </a:hlink>
      <a:folHlink>
        <a:srgbClr val="33CAF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78B1EDBC-4A95-4303-94E3-B14C14EBEA23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8E044A80-51C6-4156-9123-ACBB6F9A67F4}"/>
    </a:ext>
  </a:extLst>
</a:theme>
</file>

<file path=ppt/theme/theme6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659</TotalTime>
  <Words>1029</Words>
  <Application>Microsoft Office PowerPoint</Application>
  <PresentationFormat>On-screen Show (16:9)</PresentationFormat>
  <Paragraphs>152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36" baseType="lpstr">
      <vt:lpstr>Anaheim</vt:lpstr>
      <vt:lpstr>Aptos</vt:lpstr>
      <vt:lpstr>Arial</vt:lpstr>
      <vt:lpstr>Bahnschrift SemiBold</vt:lpstr>
      <vt:lpstr>Bebas Neue</vt:lpstr>
      <vt:lpstr>Calibri</vt:lpstr>
      <vt:lpstr>Calibri Light</vt:lpstr>
      <vt:lpstr>Cardo</vt:lpstr>
      <vt:lpstr>Gill Sans MT</vt:lpstr>
      <vt:lpstr>Josefin Sans</vt:lpstr>
      <vt:lpstr>Open Sans</vt:lpstr>
      <vt:lpstr>Proxima Nova</vt:lpstr>
      <vt:lpstr>Proxima Nova Semibold</vt:lpstr>
      <vt:lpstr>Quicksand</vt:lpstr>
      <vt:lpstr>Roboto Condensed Light</vt:lpstr>
      <vt:lpstr>Times New Roman</vt:lpstr>
      <vt:lpstr>Wingdings</vt:lpstr>
      <vt:lpstr>Minimalist Aesthetics Business Plan XL by Slidesgo</vt:lpstr>
      <vt:lpstr>Slidesgo Final Pages</vt:lpstr>
      <vt:lpstr>1_Slidesgo Final Pages</vt:lpstr>
      <vt:lpstr>1_Custom Design - PresentationGO</vt:lpstr>
      <vt:lpstr>Custom Design</vt:lpstr>
      <vt:lpstr>Clarity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BARNALI SAHU</dc:creator>
  <cp:lastModifiedBy>Aditya Subhaditya</cp:lastModifiedBy>
  <cp:revision>65</cp:revision>
  <dcterms:created xsi:type="dcterms:W3CDTF">2023-04-24T05:50:18Z</dcterms:created>
  <dcterms:modified xsi:type="dcterms:W3CDTF">2026-04-09T18:26:03Z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</Properties>
</file>