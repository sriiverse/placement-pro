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PlacementPro+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Neuro-Symbolic AI Engine for Placement Prediction &amp; Personalized Roadmaps</a:t>
            </a:r>
          </a:p>
          <a:p>
            <a:r>
              <a:t>Review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/>
            </a:pPr>
            <a:r>
              <a:t>Generic Preparation: Existing platforms offer one-size-fits-all roadmaps, ignoring base skills.</a:t>
            </a:r>
          </a:p>
          <a:p>
            <a:pPr>
              <a:spcAft>
                <a:spcPts val="1400"/>
              </a:spcAft>
              <a:defRPr sz="2000"/>
            </a:pPr>
            <a:r>
              <a:t>Lack of Logical Progression in AI: Standard LLMs hallucinate learning paths, failing to enforce prerequisites (e.g., trying to teach ML before Python basics).</a:t>
            </a:r>
          </a:p>
          <a:p>
            <a:pPr>
              <a:spcAft>
                <a:spcPts val="1400"/>
              </a:spcAft>
              <a:defRPr sz="2000"/>
            </a:pPr>
            <a:r>
              <a:t>Siloed Systems: A fundamental disconnect exists between ML-based prediction models and actionable GenAI curriculums.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/>
            </a:pPr>
            <a:r>
              <a:t>Personalized Learning: Empower students with tailored 12-week roadmaps that react dynamically to their current skills.</a:t>
            </a:r>
          </a:p>
          <a:p>
            <a:pPr>
              <a:spcAft>
                <a:spcPts val="1400"/>
              </a:spcAft>
              <a:defRPr sz="2000"/>
            </a:pPr>
            <a:r>
              <a:t>Precision over Hallucination: A Neuro-Symbolic approach guarantees logically sound, executable study plans without AI hallucination.</a:t>
            </a:r>
          </a:p>
          <a:p>
            <a:pPr>
              <a:spcAft>
                <a:spcPts val="1400"/>
              </a:spcAft>
              <a:defRPr sz="2000"/>
            </a:pPr>
            <a:r>
              <a:t>Holistic Solution: Bridge statistical prediction (likelihood of placement) with intelligent recommendation (how to improve).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Approaches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/>
            </a:pPr>
            <a:r>
              <a:t>Generative AI (LLMs): Highly flexible in text generation, but extremely prone to logical hallucinations and ignoring educational prerequisites.</a:t>
            </a:r>
          </a:p>
          <a:p>
            <a:pPr>
              <a:spcAft>
                <a:spcPts val="1400"/>
              </a:spcAft>
              <a:defRPr sz="2000"/>
            </a:pPr>
            <a:r>
              <a:t>Traditional Recommender Systems (ML): Good at suggesting discrete courses but suffer from cold-start problems and cannot generate continuous timelines.</a:t>
            </a:r>
          </a:p>
          <a:p>
            <a:pPr>
              <a:spcAft>
                <a:spcPts val="1400"/>
              </a:spcAft>
              <a:defRPr sz="2000"/>
            </a:pPr>
            <a:r>
              <a:t>Graph-Based Tutors (Symbolic Logic): Mathematically sound and enforces rules perfectly, but rigid and lacks the semantic understanding needed for dynamic user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Gap &amp;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/>
            </a:pPr>
            <a:r>
              <a:t>The Gap: Current EdTech AI relies either entirely on rigid structural graphs or entirely on probabilistic language models.</a:t>
            </a:r>
          </a:p>
          <a:p>
            <a:pPr>
              <a:spcAft>
                <a:spcPts val="1400"/>
              </a:spcAft>
              <a:defRPr sz="2000"/>
            </a:pPr>
            <a:r>
              <a:t>Our Improvement: Bridging the gap using a customized Neuro-Symbolic architecture.</a:t>
            </a:r>
          </a:p>
          <a:p>
            <a:pPr>
              <a:spcAft>
                <a:spcPts val="1400"/>
              </a:spcAft>
              <a:defRPr sz="2000"/>
            </a:pPr>
            <a:r>
              <a:t>Neural Component (Semantic Understanding): Using sentence embeddings (SentenceTransformers) to semantically match a student's unstructured skills to the backend database.</a:t>
            </a:r>
          </a:p>
          <a:p>
            <a:pPr>
              <a:spcAft>
                <a:spcPts val="1400"/>
              </a:spcAft>
              <a:defRPr sz="2000"/>
            </a:pPr>
            <a:r>
              <a:t>Symbolic Component (Logical Constraints): Navigating a weighted Knowledge Graph (NetworkX) to enforce strict prerequisite traversal for the generated syllabus.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 &amp;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/>
            </a:pPr>
            <a:r>
              <a:t>Workflow Automation: User input -&gt; ML Prediction -&gt; NLP Vectorization -&gt; Graph Traversal -&gt; Syllabus Output.</a:t>
            </a:r>
          </a:p>
          <a:p>
            <a:pPr>
              <a:spcAft>
                <a:spcPts val="1400"/>
              </a:spcAft>
              <a:defRPr sz="2000"/>
            </a:pPr>
            <a:r>
              <a:t>1. User Profiling: Frontend captures technical skills and target roles.</a:t>
            </a:r>
          </a:p>
          <a:p>
            <a:pPr>
              <a:spcAft>
                <a:spcPts val="1400"/>
              </a:spcAft>
              <a:defRPr sz="2000"/>
            </a:pPr>
            <a:r>
              <a:t>2. Predictive Engine: Supervised ML models assess current placement likelihood score.</a:t>
            </a:r>
          </a:p>
          <a:p>
            <a:pPr>
              <a:spcAft>
                <a:spcPts val="1400"/>
              </a:spcAft>
              <a:defRPr sz="2000"/>
            </a:pPr>
            <a:r>
              <a:t>3. Semantic Encoding: Converts strings to mathematical vectors to compute similarity.</a:t>
            </a:r>
          </a:p>
          <a:p>
            <a:pPr>
              <a:spcAft>
                <a:spcPts val="1400"/>
              </a:spcAft>
              <a:defRPr sz="2000"/>
            </a:pPr>
            <a:r>
              <a:t>4. Knowledge Graph Matching: Deep topological traversal to fetch related topics.</a:t>
            </a:r>
          </a:p>
          <a:p>
            <a:pPr>
              <a:spcAft>
                <a:spcPts val="1400"/>
              </a:spcAft>
              <a:defRPr sz="2000"/>
            </a:pPr>
            <a:r>
              <a:t>5. Output Generation: A formatted 12-week roadmap is delivered to the dashboard.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Tools/Technologies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/>
            </a:pPr>
            <a:r>
              <a:t>Datasets: Simulated historical student profiles (for ML scoring) and a custom Directed Acyclic Graph (DAG) for the CS Curriculum.</a:t>
            </a:r>
          </a:p>
          <a:p>
            <a:pPr>
              <a:spcAft>
                <a:spcPts val="1400"/>
              </a:spcAft>
              <a:defRPr sz="2000"/>
            </a:pPr>
            <a:r>
              <a:t>Frontend Application: Built with React, TypeScript, and Vite for performance.</a:t>
            </a:r>
          </a:p>
          <a:p>
            <a:pPr>
              <a:spcAft>
                <a:spcPts val="1400"/>
              </a:spcAft>
              <a:defRPr sz="2000"/>
            </a:pPr>
            <a:r>
              <a:t>Backend Architecture: FastAPI (Python) for rapid ML inference and routing.</a:t>
            </a:r>
          </a:p>
          <a:p>
            <a:pPr>
              <a:spcAft>
                <a:spcPts val="1400"/>
              </a:spcAft>
              <a:defRPr sz="2000"/>
            </a:pPr>
            <a:r>
              <a:t>AI/ML Stack:</a:t>
            </a:r>
          </a:p>
          <a:p>
            <a:pPr>
              <a:spcAft>
                <a:spcPts val="1400"/>
              </a:spcAft>
              <a:defRPr sz="2000"/>
            </a:pPr>
            <a:r>
              <a:t>  - SentenceTransformers (NLP Vectors)</a:t>
            </a:r>
          </a:p>
          <a:p>
            <a:pPr>
              <a:spcAft>
                <a:spcPts val="1400"/>
              </a:spcAft>
              <a:defRPr sz="2000"/>
            </a:pPr>
            <a:r>
              <a:t>  - NetworkX (Graph Theory)</a:t>
            </a:r>
          </a:p>
          <a:p>
            <a:pPr>
              <a:spcAft>
                <a:spcPts val="1400"/>
              </a:spcAft>
              <a:defRPr sz="2000"/>
            </a:pPr>
            <a:r>
              <a:t>  - Scikit-Learn (Predictive ML)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Implementation Plan &amp;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/>
            </a:pPr>
            <a:r>
              <a:t>System Skeleton: Initialized the full-stack architecture with functional React-FastAPI communication.</a:t>
            </a:r>
          </a:p>
          <a:p>
            <a:pPr>
              <a:spcAft>
                <a:spcPts val="1400"/>
              </a:spcAft>
              <a:defRPr sz="2000"/>
            </a:pPr>
            <a:r>
              <a:t>Predictive Engine: Successfully deployed the ML-driven placement prediction component calculating readiness percentiles.</a:t>
            </a:r>
          </a:p>
          <a:p>
            <a:pPr>
              <a:spcAft>
                <a:spcPts val="1400"/>
              </a:spcAft>
              <a:defRPr sz="2000"/>
            </a:pPr>
            <a:r>
              <a:t>Neuro-Symbolic Engine: Completely overhauled the backend API to parse skills through our custom semantic knowledge graph.</a:t>
            </a:r>
          </a:p>
          <a:p>
            <a:pPr>
              <a:spcAft>
                <a:spcPts val="1400"/>
              </a:spcAft>
              <a:defRPr sz="2000"/>
            </a:pPr>
            <a:r>
              <a:t>Frontend Integration: Designed a dynamic, interactive dashboard to display these roadmaps continuously.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/>
            </a:pPr>
            <a:r>
              <a:t>Advanced State Tracking: Implement granular database tracking for students' weekly progress checks.</a:t>
            </a:r>
          </a:p>
          <a:p>
            <a:pPr>
              <a:spcAft>
                <a:spcPts val="1400"/>
              </a:spcAft>
              <a:defRPr sz="2000"/>
            </a:pPr>
            <a:r>
              <a:t>Dynamic Re-Routing: Develop the logic to auto-regenerate the remaining weeks of the roadmap if a student fails a milestone quiz.</a:t>
            </a:r>
          </a:p>
          <a:p>
            <a:pPr>
              <a:spcAft>
                <a:spcPts val="1400"/>
              </a:spcAft>
              <a:defRPr sz="2000"/>
            </a:pPr>
            <a:r>
              <a:t>Interactive Graph Visualizations: Render the prerequisite graph visually on the frontend.</a:t>
            </a:r>
          </a:p>
          <a:p>
            <a:pPr>
              <a:spcAft>
                <a:spcPts val="1400"/>
              </a:spcAft>
              <a:defRPr sz="2000"/>
            </a:pPr>
            <a:r>
              <a:t>Production Deployment: Containerize the FastAPI backend and deploy via standard cloud services.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