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2.xml" ContentType="application/vnd.openxmlformats-officedocument.theme+xml"/>
  <Override PartName="/ppt/slideLayouts/slideLayout64.xml" ContentType="application/vnd.openxmlformats-officedocument.presentationml.slideLayout+xml"/>
  <Override PartName="/ppt/theme/theme3.xml" ContentType="application/vnd.openxmlformats-officedocument.theme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theme/theme4.xml" ContentType="application/vnd.openxmlformats-officedocument.theme+xml"/>
  <Override PartName="/ppt/slideLayouts/slideLayout77.xml" ContentType="application/vnd.openxmlformats-officedocument.presentationml.slideLayout+xml"/>
  <Override PartName="/ppt/theme/theme5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4" r:id="rId1"/>
    <p:sldMasterId id="2147483736" r:id="rId2"/>
    <p:sldMasterId id="2147483739" r:id="rId3"/>
    <p:sldMasterId id="2147483754" r:id="rId4"/>
    <p:sldMasterId id="2147483767" r:id="rId5"/>
    <p:sldMasterId id="2147483769" r:id="rId6"/>
  </p:sldMasterIdLst>
  <p:notesMasterIdLst>
    <p:notesMasterId r:id="rId20"/>
  </p:notesMasterIdLst>
  <p:sldIdLst>
    <p:sldId id="256" r:id="rId7"/>
    <p:sldId id="257" r:id="rId8"/>
    <p:sldId id="258" r:id="rId9"/>
    <p:sldId id="265" r:id="rId10"/>
    <p:sldId id="259" r:id="rId11"/>
    <p:sldId id="267" r:id="rId12"/>
    <p:sldId id="273" r:id="rId13"/>
    <p:sldId id="274" r:id="rId14"/>
    <p:sldId id="269" r:id="rId15"/>
    <p:sldId id="270" r:id="rId16"/>
    <p:sldId id="271" r:id="rId17"/>
    <p:sldId id="264" r:id="rId18"/>
    <p:sldId id="263" r:id="rId19"/>
  </p:sldIdLst>
  <p:sldSz cx="9144000" cy="5143500" type="screen16x9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theme" Target="theme/theme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F0442C-2FB1-4A64-9ED0-5ED0E5F11296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2CDAEB-C914-41FB-BEED-34C34DB2DC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63520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2CDAEB-C914-41FB-BEED-34C34DB2DC9B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64023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2CDAEB-C914-41FB-BEED-34C34DB2DC9B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92918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8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9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6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2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png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4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6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3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3.pn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3.pn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3.pn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3.pn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6.png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2.pn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png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png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png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bit.ly/2TtBDfr" TargetMode="External"/><Relationship Id="rId5" Type="http://schemas.openxmlformats.org/officeDocument/2006/relationships/hyperlink" Target="http://bit.ly/2TyoMsr" TargetMode="External"/><Relationship Id="rId4" Type="http://schemas.openxmlformats.org/officeDocument/2006/relationships/hyperlink" Target="http://bit.ly/2Tynxth" TargetMode="Externa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2.png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resentationgo.com/" TargetMode="External"/><Relationship Id="rId1" Type="http://schemas.openxmlformats.org/officeDocument/2006/relationships/slideMaster" Target="../slideMasters/slideMaster5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10;p2"/>
          <p:cNvGrpSpPr/>
          <p:nvPr/>
        </p:nvGrpSpPr>
        <p:grpSpPr>
          <a:xfrm>
            <a:off x="0" y="-11"/>
            <a:ext cx="9144003" cy="5143511"/>
            <a:chOff x="0" y="-11"/>
            <a:chExt cx="9144003" cy="5143511"/>
          </a:xfrm>
        </p:grpSpPr>
        <p:pic>
          <p:nvPicPr>
            <p:cNvPr id="11" name="Google Shape;11;p2"/>
            <p:cNvPicPr preferRelativeResize="0"/>
            <p:nvPr/>
          </p:nvPicPr>
          <p:blipFill>
            <a:blip r:embed="rId3" cstate="print">
              <a:alphaModFix amt="40000"/>
            </a:blip>
            <a:stretch>
              <a:fillRect/>
            </a:stretch>
          </p:blipFill>
          <p:spPr>
            <a:xfrm>
              <a:off x="0" y="-11"/>
              <a:ext cx="9144003" cy="23976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" name="Google Shape;12;p2"/>
            <p:cNvPicPr preferRelativeResize="0"/>
            <p:nvPr/>
          </p:nvPicPr>
          <p:blipFill>
            <a:blip r:embed="rId4" cstate="print">
              <a:alphaModFix amt="48000"/>
            </a:blip>
            <a:stretch>
              <a:fillRect/>
            </a:stretch>
          </p:blipFill>
          <p:spPr>
            <a:xfrm>
              <a:off x="8" y="0"/>
              <a:ext cx="7717135" cy="51435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669825" y="1238850"/>
            <a:ext cx="5804400" cy="188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2392500" y="3504354"/>
            <a:ext cx="43590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/>
          <p:cNvPicPr preferRelativeResize="0"/>
          <p:nvPr/>
        </p:nvPicPr>
        <p:blipFill>
          <a:blip r:embed="rId3" cstate="print">
            <a:alphaModFix amt="30000"/>
          </a:blip>
          <a:stretch>
            <a:fillRect/>
          </a:stretch>
        </p:blipFill>
        <p:spPr>
          <a:xfrm>
            <a:off x="0" y="-431300"/>
            <a:ext cx="9144003" cy="6098975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3187850" y="2102909"/>
            <a:ext cx="2768400" cy="11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title" idx="2" hasCustomPrompt="1"/>
          </p:nvPr>
        </p:nvSpPr>
        <p:spPr>
          <a:xfrm>
            <a:off x="3187800" y="929450"/>
            <a:ext cx="2768400" cy="107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103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0" name="Google Shape;20;p3"/>
          <p:cNvSpPr txBox="1">
            <a:spLocks noGrp="1"/>
          </p:cNvSpPr>
          <p:nvPr>
            <p:ph type="subTitle" idx="1"/>
          </p:nvPr>
        </p:nvSpPr>
        <p:spPr>
          <a:xfrm>
            <a:off x="3187850" y="3475316"/>
            <a:ext cx="27684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4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1"/>
          </p:nvPr>
        </p:nvSpPr>
        <p:spPr>
          <a:xfrm>
            <a:off x="720000" y="1430950"/>
            <a:ext cx="7704000" cy="31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5" name="Google Shape;25;p4"/>
          <p:cNvPicPr preferRelativeResize="0"/>
          <p:nvPr/>
        </p:nvPicPr>
        <p:blipFill>
          <a:blip r:embed="rId3" cstate="print">
            <a:alphaModFix amt="30000"/>
          </a:blip>
          <a:stretch>
            <a:fillRect/>
          </a:stretch>
        </p:blipFill>
        <p:spPr>
          <a:xfrm rot="-6080572">
            <a:off x="7357825" y="-650032"/>
            <a:ext cx="1859881" cy="20260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5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28;p5"/>
          <p:cNvGrpSpPr/>
          <p:nvPr/>
        </p:nvGrpSpPr>
        <p:grpSpPr>
          <a:xfrm>
            <a:off x="-2736154" y="-2532646"/>
            <a:ext cx="9665434" cy="12031040"/>
            <a:chOff x="-2736154" y="-2532646"/>
            <a:chExt cx="9665434" cy="12031040"/>
          </a:xfrm>
        </p:grpSpPr>
        <p:pic>
          <p:nvPicPr>
            <p:cNvPr id="29" name="Google Shape;29;p5"/>
            <p:cNvPicPr preferRelativeResize="0"/>
            <p:nvPr/>
          </p:nvPicPr>
          <p:blipFill>
            <a:blip r:embed="rId3" cstate="print">
              <a:alphaModFix/>
            </a:blip>
            <a:stretch>
              <a:fillRect/>
            </a:stretch>
          </p:blipFill>
          <p:spPr>
            <a:xfrm rot="6384532">
              <a:off x="-1809626" y="-2542696"/>
              <a:ext cx="3232319" cy="43494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" name="Google Shape;30;p5"/>
            <p:cNvPicPr preferRelativeResize="0"/>
            <p:nvPr/>
          </p:nvPicPr>
          <p:blipFill>
            <a:blip r:embed="rId4" cstate="print">
              <a:alphaModFix amt="18000"/>
            </a:blip>
            <a:stretch>
              <a:fillRect/>
            </a:stretch>
          </p:blipFill>
          <p:spPr>
            <a:xfrm rot="10799995">
              <a:off x="2645630" y="2857270"/>
              <a:ext cx="4283650" cy="66411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" name="Google Shape;31;p5"/>
          <p:cNvSpPr txBox="1">
            <a:spLocks noGrp="1"/>
          </p:cNvSpPr>
          <p:nvPr>
            <p:ph type="subTitle" idx="1"/>
          </p:nvPr>
        </p:nvSpPr>
        <p:spPr>
          <a:xfrm>
            <a:off x="1290763" y="2337704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ubTitle" idx="2"/>
          </p:nvPr>
        </p:nvSpPr>
        <p:spPr>
          <a:xfrm>
            <a:off x="4945638" y="2337688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subTitle" idx="3"/>
          </p:nvPr>
        </p:nvSpPr>
        <p:spPr>
          <a:xfrm>
            <a:off x="1290775" y="3246600"/>
            <a:ext cx="2907600" cy="122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ubTitle" idx="4"/>
          </p:nvPr>
        </p:nvSpPr>
        <p:spPr>
          <a:xfrm>
            <a:off x="4945650" y="3246600"/>
            <a:ext cx="2907600" cy="122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6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6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12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" name="Google Shape;39;p6"/>
          <p:cNvGrpSpPr/>
          <p:nvPr/>
        </p:nvGrpSpPr>
        <p:grpSpPr>
          <a:xfrm>
            <a:off x="50600" y="-1177774"/>
            <a:ext cx="9637306" cy="2466454"/>
            <a:chOff x="50600" y="-1177774"/>
            <a:chExt cx="9637306" cy="2466454"/>
          </a:xfrm>
        </p:grpSpPr>
        <p:pic>
          <p:nvPicPr>
            <p:cNvPr id="40" name="Google Shape;40;p6"/>
            <p:cNvPicPr preferRelativeResize="0"/>
            <p:nvPr/>
          </p:nvPicPr>
          <p:blipFill>
            <a:blip r:embed="rId3" cstate="print">
              <a:alphaModFix amt="29000"/>
            </a:blip>
            <a:stretch>
              <a:fillRect/>
            </a:stretch>
          </p:blipFill>
          <p:spPr>
            <a:xfrm>
              <a:off x="50600" y="-1177774"/>
              <a:ext cx="2253752" cy="22251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" name="Google Shape;41;p6"/>
            <p:cNvPicPr preferRelativeResize="0"/>
            <p:nvPr/>
          </p:nvPicPr>
          <p:blipFill>
            <a:blip r:embed="rId4" cstate="print">
              <a:alphaModFix amt="26000"/>
            </a:blip>
            <a:stretch>
              <a:fillRect/>
            </a:stretch>
          </p:blipFill>
          <p:spPr>
            <a:xfrm rot="4408896">
              <a:off x="7465724" y="-1122075"/>
              <a:ext cx="1486300" cy="264462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7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Google Shape;44;p7"/>
          <p:cNvPicPr preferRelativeResize="0"/>
          <p:nvPr/>
        </p:nvPicPr>
        <p:blipFill>
          <a:blip r:embed="rId3" cstate="print">
            <a:alphaModFix amt="40000"/>
          </a:blip>
          <a:stretch>
            <a:fillRect/>
          </a:stretch>
        </p:blipFill>
        <p:spPr>
          <a:xfrm rot="10800000" flipH="1">
            <a:off x="0" y="2745889"/>
            <a:ext cx="9144003" cy="2397622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7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1"/>
          </p:nvPr>
        </p:nvSpPr>
        <p:spPr>
          <a:xfrm>
            <a:off x="720000" y="1554150"/>
            <a:ext cx="4401600" cy="305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200"/>
              <a:buFont typeface="Anaheim"/>
              <a:buChar char="●"/>
              <a:defRPr sz="1400">
                <a:solidFill>
                  <a:srgbClr val="434343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○"/>
              <a:defRPr>
                <a:solidFill>
                  <a:srgbClr val="434343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■"/>
              <a:defRPr>
                <a:solidFill>
                  <a:srgbClr val="434343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●"/>
              <a:defRPr>
                <a:solidFill>
                  <a:srgbClr val="434343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○"/>
              <a:defRPr>
                <a:solidFill>
                  <a:srgbClr val="434343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■"/>
              <a:defRPr>
                <a:solidFill>
                  <a:srgbClr val="434343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●"/>
              <a:defRPr>
                <a:solidFill>
                  <a:srgbClr val="434343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○"/>
              <a:defRPr>
                <a:solidFill>
                  <a:srgbClr val="434343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■"/>
              <a:defRPr>
                <a:solidFill>
                  <a:srgbClr val="434343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8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49;p8"/>
          <p:cNvGrpSpPr/>
          <p:nvPr/>
        </p:nvGrpSpPr>
        <p:grpSpPr>
          <a:xfrm>
            <a:off x="-1326274" y="222183"/>
            <a:ext cx="11453645" cy="6483616"/>
            <a:chOff x="-1326274" y="222183"/>
            <a:chExt cx="11453645" cy="6483616"/>
          </a:xfrm>
        </p:grpSpPr>
        <p:pic>
          <p:nvPicPr>
            <p:cNvPr id="50" name="Google Shape;50;p8"/>
            <p:cNvPicPr preferRelativeResize="0"/>
            <p:nvPr/>
          </p:nvPicPr>
          <p:blipFill>
            <a:blip r:embed="rId3" cstate="print">
              <a:alphaModFix amt="50000"/>
            </a:blip>
            <a:stretch>
              <a:fillRect/>
            </a:stretch>
          </p:blipFill>
          <p:spPr>
            <a:xfrm>
              <a:off x="7222371" y="2986325"/>
              <a:ext cx="2904999" cy="3164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" name="Google Shape;51;p8"/>
            <p:cNvPicPr preferRelativeResize="0"/>
            <p:nvPr/>
          </p:nvPicPr>
          <p:blipFill>
            <a:blip r:embed="rId4" cstate="print">
              <a:alphaModFix amt="48000"/>
            </a:blip>
            <a:stretch>
              <a:fillRect/>
            </a:stretch>
          </p:blipFill>
          <p:spPr>
            <a:xfrm>
              <a:off x="410300" y="382600"/>
              <a:ext cx="1278024" cy="12996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" name="Google Shape;52;p8"/>
            <p:cNvPicPr preferRelativeResize="0"/>
            <p:nvPr/>
          </p:nvPicPr>
          <p:blipFill>
            <a:blip r:embed="rId5" cstate="print">
              <a:alphaModFix/>
            </a:blip>
            <a:stretch>
              <a:fillRect/>
            </a:stretch>
          </p:blipFill>
          <p:spPr>
            <a:xfrm rot="-626902">
              <a:off x="-1012802" y="2777516"/>
              <a:ext cx="2756456" cy="370909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" name="Google Shape;53;p8"/>
            <p:cNvPicPr preferRelativeResize="0"/>
            <p:nvPr/>
          </p:nvPicPr>
          <p:blipFill>
            <a:blip r:embed="rId6" cstate="print">
              <a:alphaModFix amt="60000"/>
            </a:blip>
            <a:stretch>
              <a:fillRect/>
            </a:stretch>
          </p:blipFill>
          <p:spPr>
            <a:xfrm flipH="1">
              <a:off x="252562" y="222183"/>
              <a:ext cx="315473" cy="3208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4" name="Google Shape;54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9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9"/>
          <p:cNvPicPr preferRelativeResize="0"/>
          <p:nvPr/>
        </p:nvPicPr>
        <p:blipFill>
          <a:blip r:embed="rId3" cstate="print">
            <a:alphaModFix amt="30000"/>
          </a:blip>
          <a:stretch>
            <a:fillRect/>
          </a:stretch>
        </p:blipFill>
        <p:spPr>
          <a:xfrm>
            <a:off x="0" y="-947289"/>
            <a:ext cx="9144003" cy="609897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 flipH="1">
            <a:off x="5176550" y="1294100"/>
            <a:ext cx="3252300" cy="121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subTitle" idx="1"/>
          </p:nvPr>
        </p:nvSpPr>
        <p:spPr>
          <a:xfrm flipH="1">
            <a:off x="5176550" y="2664600"/>
            <a:ext cx="3252300" cy="118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>
              <a:alpha val="307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720000" y="3883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7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1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1"/>
          <p:cNvPicPr preferRelativeResize="0"/>
          <p:nvPr/>
        </p:nvPicPr>
        <p:blipFill>
          <a:blip r:embed="rId3" cstate="print">
            <a:alphaModFix amt="48000"/>
          </a:blip>
          <a:stretch>
            <a:fillRect/>
          </a:stretch>
        </p:blipFill>
        <p:spPr>
          <a:xfrm rot="4861616">
            <a:off x="2643919" y="-1295605"/>
            <a:ext cx="3574490" cy="7570357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468850"/>
            <a:ext cx="6576000" cy="151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67" name="Google Shape;67;p11"/>
          <p:cNvSpPr txBox="1">
            <a:spLocks noGrp="1"/>
          </p:cNvSpPr>
          <p:nvPr>
            <p:ph type="subTitle" idx="1"/>
          </p:nvPr>
        </p:nvSpPr>
        <p:spPr>
          <a:xfrm>
            <a:off x="1284000" y="3553300"/>
            <a:ext cx="65760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3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71;p13"/>
          <p:cNvGrpSpPr/>
          <p:nvPr/>
        </p:nvGrpSpPr>
        <p:grpSpPr>
          <a:xfrm>
            <a:off x="-891002" y="-1228775"/>
            <a:ext cx="10578908" cy="2929874"/>
            <a:chOff x="-891002" y="-1228775"/>
            <a:chExt cx="10578908" cy="2929874"/>
          </a:xfrm>
        </p:grpSpPr>
        <p:pic>
          <p:nvPicPr>
            <p:cNvPr id="72" name="Google Shape;72;p13"/>
            <p:cNvPicPr preferRelativeResize="0"/>
            <p:nvPr/>
          </p:nvPicPr>
          <p:blipFill>
            <a:blip r:embed="rId3" cstate="print">
              <a:alphaModFix amt="37000"/>
            </a:blip>
            <a:stretch>
              <a:fillRect/>
            </a:stretch>
          </p:blipFill>
          <p:spPr>
            <a:xfrm>
              <a:off x="-891002" y="-1228775"/>
              <a:ext cx="2881223" cy="2929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" name="Google Shape;73;p13"/>
            <p:cNvPicPr preferRelativeResize="0"/>
            <p:nvPr/>
          </p:nvPicPr>
          <p:blipFill>
            <a:blip r:embed="rId4" cstate="print">
              <a:alphaModFix amt="31000"/>
            </a:blip>
            <a:stretch>
              <a:fillRect/>
            </a:stretch>
          </p:blipFill>
          <p:spPr>
            <a:xfrm rot="4408896">
              <a:off x="7465724" y="-1122075"/>
              <a:ext cx="1486300" cy="26446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4" name="Google Shape;74;p13"/>
          <p:cNvSpPr txBox="1">
            <a:spLocks noGrp="1"/>
          </p:cNvSpPr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title" idx="2"/>
          </p:nvPr>
        </p:nvSpPr>
        <p:spPr>
          <a:xfrm>
            <a:off x="720000" y="1672417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title" idx="3" hasCustomPrompt="1"/>
          </p:nvPr>
        </p:nvSpPr>
        <p:spPr>
          <a:xfrm>
            <a:off x="1250550" y="1086015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7" name="Google Shape;77;p13"/>
          <p:cNvSpPr txBox="1">
            <a:spLocks noGrp="1"/>
          </p:cNvSpPr>
          <p:nvPr>
            <p:ph type="subTitle" idx="1"/>
          </p:nvPr>
        </p:nvSpPr>
        <p:spPr>
          <a:xfrm>
            <a:off x="720000" y="2355645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title" idx="4"/>
          </p:nvPr>
        </p:nvSpPr>
        <p:spPr>
          <a:xfrm>
            <a:off x="3403800" y="1672417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title" idx="5" hasCustomPrompt="1"/>
          </p:nvPr>
        </p:nvSpPr>
        <p:spPr>
          <a:xfrm>
            <a:off x="3934350" y="1086015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0" name="Google Shape;80;p13"/>
          <p:cNvSpPr txBox="1">
            <a:spLocks noGrp="1"/>
          </p:cNvSpPr>
          <p:nvPr>
            <p:ph type="subTitle" idx="6"/>
          </p:nvPr>
        </p:nvSpPr>
        <p:spPr>
          <a:xfrm>
            <a:off x="3403800" y="2355645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title" idx="7"/>
          </p:nvPr>
        </p:nvSpPr>
        <p:spPr>
          <a:xfrm>
            <a:off x="6087600" y="1672417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title" idx="8" hasCustomPrompt="1"/>
          </p:nvPr>
        </p:nvSpPr>
        <p:spPr>
          <a:xfrm>
            <a:off x="6618150" y="1086015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3" name="Google Shape;83;p13"/>
          <p:cNvSpPr txBox="1">
            <a:spLocks noGrp="1"/>
          </p:cNvSpPr>
          <p:nvPr>
            <p:ph type="subTitle" idx="9"/>
          </p:nvPr>
        </p:nvSpPr>
        <p:spPr>
          <a:xfrm>
            <a:off x="6087600" y="2355645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title" idx="13"/>
          </p:nvPr>
        </p:nvSpPr>
        <p:spPr>
          <a:xfrm>
            <a:off x="720000" y="3432026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title" idx="14" hasCustomPrompt="1"/>
          </p:nvPr>
        </p:nvSpPr>
        <p:spPr>
          <a:xfrm>
            <a:off x="1250550" y="2850421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15"/>
          </p:nvPr>
        </p:nvSpPr>
        <p:spPr>
          <a:xfrm>
            <a:off x="720000" y="4115464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title" idx="16"/>
          </p:nvPr>
        </p:nvSpPr>
        <p:spPr>
          <a:xfrm>
            <a:off x="3403800" y="3432026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title" idx="17" hasCustomPrompt="1"/>
          </p:nvPr>
        </p:nvSpPr>
        <p:spPr>
          <a:xfrm>
            <a:off x="3934350" y="2850421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18"/>
          </p:nvPr>
        </p:nvSpPr>
        <p:spPr>
          <a:xfrm>
            <a:off x="3403800" y="4115464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title" idx="19"/>
          </p:nvPr>
        </p:nvSpPr>
        <p:spPr>
          <a:xfrm>
            <a:off x="6087600" y="3432026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title" idx="20" hasCustomPrompt="1"/>
          </p:nvPr>
        </p:nvSpPr>
        <p:spPr>
          <a:xfrm>
            <a:off x="6618150" y="2850421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2" name="Google Shape;92;p13"/>
          <p:cNvSpPr txBox="1">
            <a:spLocks noGrp="1"/>
          </p:cNvSpPr>
          <p:nvPr>
            <p:ph type="subTitle" idx="21"/>
          </p:nvPr>
        </p:nvSpPr>
        <p:spPr>
          <a:xfrm>
            <a:off x="6087600" y="4115464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1">
  <p:cSld name="Table of contents 1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 rot="10800000"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95;p14"/>
          <p:cNvGrpSpPr/>
          <p:nvPr/>
        </p:nvGrpSpPr>
        <p:grpSpPr>
          <a:xfrm rot="10800000" flipH="1">
            <a:off x="-1002602" y="2626046"/>
            <a:ext cx="10690508" cy="3876129"/>
            <a:chOff x="-1002602" y="-2587450"/>
            <a:chExt cx="10690508" cy="3876129"/>
          </a:xfrm>
        </p:grpSpPr>
        <p:pic>
          <p:nvPicPr>
            <p:cNvPr id="96" name="Google Shape;96;p14"/>
            <p:cNvPicPr preferRelativeResize="0"/>
            <p:nvPr/>
          </p:nvPicPr>
          <p:blipFill>
            <a:blip r:embed="rId3" cstate="print">
              <a:alphaModFix amt="37000"/>
            </a:blip>
            <a:stretch>
              <a:fillRect/>
            </a:stretch>
          </p:blipFill>
          <p:spPr>
            <a:xfrm>
              <a:off x="-1002602" y="-2587450"/>
              <a:ext cx="2881223" cy="2929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" name="Google Shape;97;p14"/>
            <p:cNvPicPr preferRelativeResize="0"/>
            <p:nvPr/>
          </p:nvPicPr>
          <p:blipFill rotWithShape="1">
            <a:blip r:embed="rId4" cstate="print">
              <a:alphaModFix amt="31000"/>
            </a:blip>
            <a:srcRect l="-115660" t="-15070" r="115660" b="15069"/>
            <a:stretch/>
          </p:blipFill>
          <p:spPr>
            <a:xfrm rot="4408896">
              <a:off x="7465724" y="-1122075"/>
              <a:ext cx="1486300" cy="26446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8" name="Google Shape;98;p14"/>
          <p:cNvSpPr txBox="1">
            <a:spLocks noGrp="1"/>
          </p:cNvSpPr>
          <p:nvPr>
            <p:ph type="title"/>
          </p:nvPr>
        </p:nvSpPr>
        <p:spPr>
          <a:xfrm>
            <a:off x="720000" y="2117188"/>
            <a:ext cx="2336400" cy="9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title" idx="2"/>
          </p:nvPr>
        </p:nvSpPr>
        <p:spPr>
          <a:xfrm>
            <a:off x="3980038" y="1027588"/>
            <a:ext cx="2169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0" name="Google Shape;100;p14"/>
          <p:cNvSpPr txBox="1">
            <a:spLocks noGrp="1"/>
          </p:cNvSpPr>
          <p:nvPr>
            <p:ph type="title" idx="3" hasCustomPrompt="1"/>
          </p:nvPr>
        </p:nvSpPr>
        <p:spPr>
          <a:xfrm>
            <a:off x="3093426" y="1027588"/>
            <a:ext cx="8199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1" name="Google Shape;101;p14"/>
          <p:cNvSpPr txBox="1">
            <a:spLocks noGrp="1"/>
          </p:cNvSpPr>
          <p:nvPr>
            <p:ph type="subTitle" idx="1"/>
          </p:nvPr>
        </p:nvSpPr>
        <p:spPr>
          <a:xfrm>
            <a:off x="6216076" y="1027588"/>
            <a:ext cx="21852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2" name="Google Shape;102;p14"/>
          <p:cNvSpPr txBox="1">
            <a:spLocks noGrp="1"/>
          </p:cNvSpPr>
          <p:nvPr>
            <p:ph type="title" idx="4"/>
          </p:nvPr>
        </p:nvSpPr>
        <p:spPr>
          <a:xfrm>
            <a:off x="3980038" y="2354195"/>
            <a:ext cx="2169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3" name="Google Shape;103;p14"/>
          <p:cNvSpPr txBox="1">
            <a:spLocks noGrp="1"/>
          </p:cNvSpPr>
          <p:nvPr>
            <p:ph type="title" idx="5" hasCustomPrompt="1"/>
          </p:nvPr>
        </p:nvSpPr>
        <p:spPr>
          <a:xfrm>
            <a:off x="3093434" y="2354188"/>
            <a:ext cx="8199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4" name="Google Shape;104;p14"/>
          <p:cNvSpPr txBox="1">
            <a:spLocks noGrp="1"/>
          </p:cNvSpPr>
          <p:nvPr>
            <p:ph type="subTitle" idx="6"/>
          </p:nvPr>
        </p:nvSpPr>
        <p:spPr>
          <a:xfrm>
            <a:off x="6216076" y="2354195"/>
            <a:ext cx="21852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5" name="Google Shape;105;p14"/>
          <p:cNvSpPr txBox="1">
            <a:spLocks noGrp="1"/>
          </p:cNvSpPr>
          <p:nvPr>
            <p:ph type="title" idx="7"/>
          </p:nvPr>
        </p:nvSpPr>
        <p:spPr>
          <a:xfrm>
            <a:off x="3980038" y="3555390"/>
            <a:ext cx="2169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6" name="Google Shape;106;p14"/>
          <p:cNvSpPr txBox="1">
            <a:spLocks noGrp="1"/>
          </p:cNvSpPr>
          <p:nvPr>
            <p:ph type="title" idx="8" hasCustomPrompt="1"/>
          </p:nvPr>
        </p:nvSpPr>
        <p:spPr>
          <a:xfrm>
            <a:off x="3091425" y="3555388"/>
            <a:ext cx="8199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7" name="Google Shape;107;p14"/>
          <p:cNvSpPr txBox="1">
            <a:spLocks noGrp="1"/>
          </p:cNvSpPr>
          <p:nvPr>
            <p:ph type="subTitle" idx="9"/>
          </p:nvPr>
        </p:nvSpPr>
        <p:spPr>
          <a:xfrm>
            <a:off x="6216076" y="3555390"/>
            <a:ext cx="21852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2">
  <p:cSld name="Table of contents 2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5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110;p15"/>
          <p:cNvGrpSpPr/>
          <p:nvPr/>
        </p:nvGrpSpPr>
        <p:grpSpPr>
          <a:xfrm flipH="1">
            <a:off x="-1390802" y="299725"/>
            <a:ext cx="11262196" cy="4113879"/>
            <a:chOff x="-1074490" y="299725"/>
            <a:chExt cx="11262196" cy="4113879"/>
          </a:xfrm>
        </p:grpSpPr>
        <p:pic>
          <p:nvPicPr>
            <p:cNvPr id="111" name="Google Shape;111;p15"/>
            <p:cNvPicPr preferRelativeResize="0"/>
            <p:nvPr/>
          </p:nvPicPr>
          <p:blipFill>
            <a:blip r:embed="rId3" cstate="print">
              <a:alphaModFix amt="37000"/>
            </a:blip>
            <a:stretch>
              <a:fillRect/>
            </a:stretch>
          </p:blipFill>
          <p:spPr>
            <a:xfrm>
              <a:off x="-1074490" y="299725"/>
              <a:ext cx="2881223" cy="2929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2" name="Google Shape;112;p15"/>
            <p:cNvPicPr preferRelativeResize="0"/>
            <p:nvPr/>
          </p:nvPicPr>
          <p:blipFill>
            <a:blip r:embed="rId4" cstate="print">
              <a:alphaModFix amt="31000"/>
            </a:blip>
            <a:stretch>
              <a:fillRect/>
            </a:stretch>
          </p:blipFill>
          <p:spPr>
            <a:xfrm rot="4408896">
              <a:off x="7965524" y="2002850"/>
              <a:ext cx="1486300" cy="26446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3" name="Google Shape;113;p15"/>
          <p:cNvSpPr txBox="1">
            <a:spLocks noGrp="1"/>
          </p:cNvSpPr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4" name="Google Shape;114;p15"/>
          <p:cNvSpPr txBox="1">
            <a:spLocks noGrp="1"/>
          </p:cNvSpPr>
          <p:nvPr>
            <p:ph type="title" idx="2"/>
          </p:nvPr>
        </p:nvSpPr>
        <p:spPr>
          <a:xfrm>
            <a:off x="1888350" y="1672417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title" idx="3" hasCustomPrompt="1"/>
          </p:nvPr>
        </p:nvSpPr>
        <p:spPr>
          <a:xfrm>
            <a:off x="2418900" y="1086015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6" name="Google Shape;116;p15"/>
          <p:cNvSpPr txBox="1">
            <a:spLocks noGrp="1"/>
          </p:cNvSpPr>
          <p:nvPr>
            <p:ph type="subTitle" idx="1"/>
          </p:nvPr>
        </p:nvSpPr>
        <p:spPr>
          <a:xfrm>
            <a:off x="1888350" y="2355645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7" name="Google Shape;117;p15"/>
          <p:cNvSpPr txBox="1">
            <a:spLocks noGrp="1"/>
          </p:cNvSpPr>
          <p:nvPr>
            <p:ph type="title" idx="4"/>
          </p:nvPr>
        </p:nvSpPr>
        <p:spPr>
          <a:xfrm>
            <a:off x="4572150" y="1672417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8" name="Google Shape;118;p15"/>
          <p:cNvSpPr txBox="1">
            <a:spLocks noGrp="1"/>
          </p:cNvSpPr>
          <p:nvPr>
            <p:ph type="title" idx="5" hasCustomPrompt="1"/>
          </p:nvPr>
        </p:nvSpPr>
        <p:spPr>
          <a:xfrm>
            <a:off x="5102700" y="1086015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9" name="Google Shape;119;p15"/>
          <p:cNvSpPr txBox="1">
            <a:spLocks noGrp="1"/>
          </p:cNvSpPr>
          <p:nvPr>
            <p:ph type="subTitle" idx="6"/>
          </p:nvPr>
        </p:nvSpPr>
        <p:spPr>
          <a:xfrm>
            <a:off x="4572150" y="2355645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0" name="Google Shape;120;p15"/>
          <p:cNvSpPr txBox="1">
            <a:spLocks noGrp="1"/>
          </p:cNvSpPr>
          <p:nvPr>
            <p:ph type="title" idx="7"/>
          </p:nvPr>
        </p:nvSpPr>
        <p:spPr>
          <a:xfrm>
            <a:off x="1888350" y="3432026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1" name="Google Shape;121;p15"/>
          <p:cNvSpPr txBox="1">
            <a:spLocks noGrp="1"/>
          </p:cNvSpPr>
          <p:nvPr>
            <p:ph type="title" idx="8" hasCustomPrompt="1"/>
          </p:nvPr>
        </p:nvSpPr>
        <p:spPr>
          <a:xfrm>
            <a:off x="2418900" y="2850421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2" name="Google Shape;122;p15"/>
          <p:cNvSpPr txBox="1">
            <a:spLocks noGrp="1"/>
          </p:cNvSpPr>
          <p:nvPr>
            <p:ph type="subTitle" idx="9"/>
          </p:nvPr>
        </p:nvSpPr>
        <p:spPr>
          <a:xfrm>
            <a:off x="1888350" y="4115464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3" name="Google Shape;123;p15"/>
          <p:cNvSpPr txBox="1">
            <a:spLocks noGrp="1"/>
          </p:cNvSpPr>
          <p:nvPr>
            <p:ph type="title" idx="13"/>
          </p:nvPr>
        </p:nvSpPr>
        <p:spPr>
          <a:xfrm>
            <a:off x="4572150" y="3432026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4" name="Google Shape;124;p15"/>
          <p:cNvSpPr txBox="1">
            <a:spLocks noGrp="1"/>
          </p:cNvSpPr>
          <p:nvPr>
            <p:ph type="title" idx="14" hasCustomPrompt="1"/>
          </p:nvPr>
        </p:nvSpPr>
        <p:spPr>
          <a:xfrm>
            <a:off x="5102700" y="2850421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5" name="Google Shape;125;p15"/>
          <p:cNvSpPr txBox="1">
            <a:spLocks noGrp="1"/>
          </p:cNvSpPr>
          <p:nvPr>
            <p:ph type="subTitle" idx="15"/>
          </p:nvPr>
        </p:nvSpPr>
        <p:spPr>
          <a:xfrm>
            <a:off x="4572150" y="4115464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Title and text 4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6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 rot="10800000">
            <a:off x="2" y="-93910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6"/>
          <p:cNvPicPr preferRelativeResize="0"/>
          <p:nvPr/>
        </p:nvPicPr>
        <p:blipFill>
          <a:blip r:embed="rId3" cstate="print">
            <a:alphaModFix amt="30000"/>
          </a:blip>
          <a:stretch>
            <a:fillRect/>
          </a:stretch>
        </p:blipFill>
        <p:spPr>
          <a:xfrm rot="10800000">
            <a:off x="0" y="-947289"/>
            <a:ext cx="9144003" cy="609897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>
            <a:spLocks noGrp="1"/>
          </p:cNvSpPr>
          <p:nvPr>
            <p:ph type="title"/>
          </p:nvPr>
        </p:nvSpPr>
        <p:spPr>
          <a:xfrm flipH="1">
            <a:off x="2132450" y="1482875"/>
            <a:ext cx="4978500" cy="68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0" name="Google Shape;130;p16"/>
          <p:cNvSpPr txBox="1">
            <a:spLocks noGrp="1"/>
          </p:cNvSpPr>
          <p:nvPr>
            <p:ph type="subTitle" idx="1"/>
          </p:nvPr>
        </p:nvSpPr>
        <p:spPr>
          <a:xfrm flipH="1">
            <a:off x="2132450" y="2389840"/>
            <a:ext cx="4978500" cy="127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7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7"/>
          <p:cNvSpPr txBox="1">
            <a:spLocks noGrp="1"/>
          </p:cNvSpPr>
          <p:nvPr>
            <p:ph type="title"/>
          </p:nvPr>
        </p:nvSpPr>
        <p:spPr>
          <a:xfrm>
            <a:off x="715050" y="535000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" name="Google Shape;134;p17"/>
          <p:cNvGrpSpPr/>
          <p:nvPr/>
        </p:nvGrpSpPr>
        <p:grpSpPr>
          <a:xfrm>
            <a:off x="0" y="-805349"/>
            <a:ext cx="9763800" cy="7934649"/>
            <a:chOff x="0" y="-805349"/>
            <a:chExt cx="9763800" cy="7934649"/>
          </a:xfrm>
        </p:grpSpPr>
        <p:pic>
          <p:nvPicPr>
            <p:cNvPr id="135" name="Google Shape;135;p17"/>
            <p:cNvPicPr preferRelativeResize="0"/>
            <p:nvPr/>
          </p:nvPicPr>
          <p:blipFill>
            <a:blip r:embed="rId3" cstate="print">
              <a:alphaModFix amt="21000"/>
            </a:blip>
            <a:stretch>
              <a:fillRect/>
            </a:stretch>
          </p:blipFill>
          <p:spPr>
            <a:xfrm rot="-5400000">
              <a:off x="-2349749" y="2349750"/>
              <a:ext cx="7129298" cy="24298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6" name="Google Shape;136;p17"/>
            <p:cNvPicPr preferRelativeResize="0"/>
            <p:nvPr/>
          </p:nvPicPr>
          <p:blipFill>
            <a:blip r:embed="rId4" cstate="print">
              <a:alphaModFix amt="40000"/>
            </a:blip>
            <a:stretch>
              <a:fillRect/>
            </a:stretch>
          </p:blipFill>
          <p:spPr>
            <a:xfrm>
              <a:off x="7439551" y="-805349"/>
              <a:ext cx="2324250" cy="229475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 2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8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8"/>
          <p:cNvSpPr txBox="1">
            <a:spLocks noGrp="1"/>
          </p:cNvSpPr>
          <p:nvPr>
            <p:ph type="title"/>
          </p:nvPr>
        </p:nvSpPr>
        <p:spPr>
          <a:xfrm>
            <a:off x="715050" y="535000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140" name="Google Shape;140;p18"/>
          <p:cNvPicPr preferRelativeResize="0"/>
          <p:nvPr/>
        </p:nvPicPr>
        <p:blipFill>
          <a:blip r:embed="rId3" cstate="print">
            <a:alphaModFix amt="60000"/>
          </a:blip>
          <a:stretch>
            <a:fillRect/>
          </a:stretch>
        </p:blipFill>
        <p:spPr>
          <a:xfrm>
            <a:off x="-1029327" y="3181250"/>
            <a:ext cx="2881223" cy="2929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8"/>
          <p:cNvPicPr preferRelativeResize="0"/>
          <p:nvPr/>
        </p:nvPicPr>
        <p:blipFill>
          <a:blip r:embed="rId4" cstate="print">
            <a:alphaModFix/>
          </a:blip>
          <a:stretch>
            <a:fillRect/>
          </a:stretch>
        </p:blipFill>
        <p:spPr>
          <a:xfrm rot="9116214">
            <a:off x="7511526" y="565727"/>
            <a:ext cx="2981601" cy="4012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 only 3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9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144;p19"/>
          <p:cNvGrpSpPr/>
          <p:nvPr/>
        </p:nvGrpSpPr>
        <p:grpSpPr>
          <a:xfrm>
            <a:off x="-576577" y="-1474725"/>
            <a:ext cx="10363825" cy="2929874"/>
            <a:chOff x="-576577" y="-1227375"/>
            <a:chExt cx="10363825" cy="2929874"/>
          </a:xfrm>
        </p:grpSpPr>
        <p:pic>
          <p:nvPicPr>
            <p:cNvPr id="145" name="Google Shape;145;p19"/>
            <p:cNvPicPr preferRelativeResize="0"/>
            <p:nvPr/>
          </p:nvPicPr>
          <p:blipFill>
            <a:blip r:embed="rId3" cstate="print">
              <a:alphaModFix amt="52000"/>
            </a:blip>
            <a:stretch>
              <a:fillRect/>
            </a:stretch>
          </p:blipFill>
          <p:spPr>
            <a:xfrm flipH="1">
              <a:off x="7474223" y="-1184322"/>
              <a:ext cx="2313025" cy="25197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" name="Google Shape;146;p19"/>
            <p:cNvPicPr preferRelativeResize="0"/>
            <p:nvPr/>
          </p:nvPicPr>
          <p:blipFill>
            <a:blip r:embed="rId4" cstate="print">
              <a:alphaModFix amt="57000"/>
            </a:blip>
            <a:stretch>
              <a:fillRect/>
            </a:stretch>
          </p:blipFill>
          <p:spPr>
            <a:xfrm>
              <a:off x="-576577" y="-1227375"/>
              <a:ext cx="2881223" cy="292987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7" name="Google Shape;147;p19"/>
          <p:cNvSpPr txBox="1">
            <a:spLocks noGrp="1"/>
          </p:cNvSpPr>
          <p:nvPr>
            <p:ph type="title"/>
          </p:nvPr>
        </p:nvSpPr>
        <p:spPr>
          <a:xfrm>
            <a:off x="715050" y="535000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Title only 4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20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0"/>
          <p:cNvSpPr txBox="1">
            <a:spLocks noGrp="1"/>
          </p:cNvSpPr>
          <p:nvPr>
            <p:ph type="title"/>
          </p:nvPr>
        </p:nvSpPr>
        <p:spPr>
          <a:xfrm>
            <a:off x="715050" y="535000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" name="Google Shape;151;p20"/>
          <p:cNvGrpSpPr/>
          <p:nvPr/>
        </p:nvGrpSpPr>
        <p:grpSpPr>
          <a:xfrm>
            <a:off x="-1846500" y="-1386399"/>
            <a:ext cx="11304528" cy="8107960"/>
            <a:chOff x="-1846500" y="-1386399"/>
            <a:chExt cx="11304528" cy="8107960"/>
          </a:xfrm>
        </p:grpSpPr>
        <p:pic>
          <p:nvPicPr>
            <p:cNvPr id="152" name="Google Shape;152;p20"/>
            <p:cNvPicPr preferRelativeResize="0"/>
            <p:nvPr/>
          </p:nvPicPr>
          <p:blipFill>
            <a:blip r:embed="rId3" cstate="print">
              <a:alphaModFix amt="35000"/>
            </a:blip>
            <a:stretch>
              <a:fillRect/>
            </a:stretch>
          </p:blipFill>
          <p:spPr>
            <a:xfrm>
              <a:off x="6686275" y="-1386399"/>
              <a:ext cx="2771753" cy="27365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3" name="Google Shape;153;p20"/>
            <p:cNvPicPr preferRelativeResize="0"/>
            <p:nvPr/>
          </p:nvPicPr>
          <p:blipFill>
            <a:blip r:embed="rId4" cstate="print">
              <a:alphaModFix amt="47000"/>
            </a:blip>
            <a:stretch>
              <a:fillRect/>
            </a:stretch>
          </p:blipFill>
          <p:spPr>
            <a:xfrm rot="5203858">
              <a:off x="-1631029" y="3518279"/>
              <a:ext cx="2980001" cy="324629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Title only 5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21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1"/>
          <p:cNvSpPr txBox="1">
            <a:spLocks noGrp="1"/>
          </p:cNvSpPr>
          <p:nvPr>
            <p:ph type="title"/>
          </p:nvPr>
        </p:nvSpPr>
        <p:spPr>
          <a:xfrm>
            <a:off x="715050" y="535000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" name="Google Shape;157;p21"/>
          <p:cNvGrpSpPr/>
          <p:nvPr/>
        </p:nvGrpSpPr>
        <p:grpSpPr>
          <a:xfrm>
            <a:off x="-2260370" y="-3743099"/>
            <a:ext cx="14611870" cy="7885148"/>
            <a:chOff x="-2459845" y="-4046299"/>
            <a:chExt cx="14611870" cy="7885148"/>
          </a:xfrm>
        </p:grpSpPr>
        <p:pic>
          <p:nvPicPr>
            <p:cNvPr id="158" name="Google Shape;158;p21"/>
            <p:cNvPicPr preferRelativeResize="0"/>
            <p:nvPr/>
          </p:nvPicPr>
          <p:blipFill>
            <a:blip r:embed="rId3" cstate="print">
              <a:alphaModFix amt="32000"/>
            </a:blip>
            <a:stretch>
              <a:fillRect/>
            </a:stretch>
          </p:blipFill>
          <p:spPr>
            <a:xfrm rot="-10558877">
              <a:off x="-2298947" y="-1597926"/>
              <a:ext cx="3030302" cy="4698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9" name="Google Shape;159;p21"/>
            <p:cNvPicPr preferRelativeResize="0"/>
            <p:nvPr/>
          </p:nvPicPr>
          <p:blipFill>
            <a:blip r:embed="rId4" cstate="print">
              <a:alphaModFix amt="50000"/>
            </a:blip>
            <a:stretch>
              <a:fillRect/>
            </a:stretch>
          </p:blipFill>
          <p:spPr>
            <a:xfrm>
              <a:off x="8428901" y="-4046299"/>
              <a:ext cx="3723124" cy="788514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6">
  <p:cSld name="Title only 6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22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2"/>
          <p:cNvSpPr txBox="1">
            <a:spLocks noGrp="1"/>
          </p:cNvSpPr>
          <p:nvPr>
            <p:ph type="title"/>
          </p:nvPr>
        </p:nvSpPr>
        <p:spPr>
          <a:xfrm>
            <a:off x="715050" y="535000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 header 1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3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3"/>
          <p:cNvSpPr txBox="1">
            <a:spLocks noGrp="1"/>
          </p:cNvSpPr>
          <p:nvPr>
            <p:ph type="title"/>
          </p:nvPr>
        </p:nvSpPr>
        <p:spPr>
          <a:xfrm>
            <a:off x="4237673" y="1775425"/>
            <a:ext cx="2768400" cy="11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66" name="Google Shape;166;p23"/>
          <p:cNvSpPr txBox="1">
            <a:spLocks noGrp="1"/>
          </p:cNvSpPr>
          <p:nvPr>
            <p:ph type="title" idx="2" hasCustomPrompt="1"/>
          </p:nvPr>
        </p:nvSpPr>
        <p:spPr>
          <a:xfrm>
            <a:off x="2474011" y="1592863"/>
            <a:ext cx="2112300" cy="141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103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67" name="Google Shape;167;p23"/>
          <p:cNvSpPr txBox="1">
            <a:spLocks noGrp="1"/>
          </p:cNvSpPr>
          <p:nvPr>
            <p:ph type="subTitle" idx="1"/>
          </p:nvPr>
        </p:nvSpPr>
        <p:spPr>
          <a:xfrm>
            <a:off x="4237673" y="3149536"/>
            <a:ext cx="27684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168" name="Google Shape;168;p23"/>
          <p:cNvPicPr preferRelativeResize="0"/>
          <p:nvPr/>
        </p:nvPicPr>
        <p:blipFill>
          <a:blip r:embed="rId3" cstate="print">
            <a:alphaModFix amt="30000"/>
          </a:blip>
          <a:stretch>
            <a:fillRect/>
          </a:stretch>
        </p:blipFill>
        <p:spPr>
          <a:xfrm>
            <a:off x="0" y="-5"/>
            <a:ext cx="9144003" cy="31164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3"/>
          <p:cNvPicPr preferRelativeResize="0"/>
          <p:nvPr/>
        </p:nvPicPr>
        <p:blipFill>
          <a:blip r:embed="rId4" cstate="print">
            <a:alphaModFix amt="49000"/>
          </a:blip>
          <a:stretch>
            <a:fillRect/>
          </a:stretch>
        </p:blipFill>
        <p:spPr>
          <a:xfrm rot="5400000" flipH="1">
            <a:off x="6321149" y="2509026"/>
            <a:ext cx="2028050" cy="42951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 header 2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4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4"/>
          <p:cNvPicPr preferRelativeResize="0"/>
          <p:nvPr/>
        </p:nvPicPr>
        <p:blipFill>
          <a:blip r:embed="rId3" cstate="print">
            <a:alphaModFix amt="30000"/>
          </a:blip>
          <a:stretch>
            <a:fillRect/>
          </a:stretch>
        </p:blipFill>
        <p:spPr>
          <a:xfrm>
            <a:off x="0" y="-7"/>
            <a:ext cx="9144003" cy="60945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4"/>
          <p:cNvPicPr preferRelativeResize="0"/>
          <p:nvPr/>
        </p:nvPicPr>
        <p:blipFill>
          <a:blip r:embed="rId4" cstate="print">
            <a:alphaModFix amt="44000"/>
          </a:blip>
          <a:stretch>
            <a:fillRect/>
          </a:stretch>
        </p:blipFill>
        <p:spPr>
          <a:xfrm>
            <a:off x="-844998" y="-1237050"/>
            <a:ext cx="4705600" cy="478505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4"/>
          <p:cNvSpPr txBox="1">
            <a:spLocks noGrp="1"/>
          </p:cNvSpPr>
          <p:nvPr>
            <p:ph type="title"/>
          </p:nvPr>
        </p:nvSpPr>
        <p:spPr>
          <a:xfrm>
            <a:off x="1887557" y="1850495"/>
            <a:ext cx="2971800" cy="11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5" name="Google Shape;175;p24"/>
          <p:cNvSpPr txBox="1">
            <a:spLocks noGrp="1"/>
          </p:cNvSpPr>
          <p:nvPr>
            <p:ph type="title" idx="2" hasCustomPrompt="1"/>
          </p:nvPr>
        </p:nvSpPr>
        <p:spPr>
          <a:xfrm>
            <a:off x="5091347" y="1436750"/>
            <a:ext cx="2165100" cy="186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106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76" name="Google Shape;176;p24"/>
          <p:cNvSpPr txBox="1">
            <a:spLocks noGrp="1"/>
          </p:cNvSpPr>
          <p:nvPr>
            <p:ph type="subTitle" idx="1"/>
          </p:nvPr>
        </p:nvSpPr>
        <p:spPr>
          <a:xfrm>
            <a:off x="1892557" y="3192962"/>
            <a:ext cx="29718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3">
  <p:cSld name="Section header 3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25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5"/>
          <p:cNvPicPr preferRelativeResize="0"/>
          <p:nvPr/>
        </p:nvPicPr>
        <p:blipFill>
          <a:blip r:embed="rId3" cstate="print">
            <a:alphaModFix amt="30000"/>
          </a:blip>
          <a:stretch>
            <a:fillRect/>
          </a:stretch>
        </p:blipFill>
        <p:spPr>
          <a:xfrm>
            <a:off x="0" y="-947289"/>
            <a:ext cx="9144003" cy="609897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180;p25"/>
          <p:cNvGrpSpPr/>
          <p:nvPr/>
        </p:nvGrpSpPr>
        <p:grpSpPr>
          <a:xfrm>
            <a:off x="7353187" y="285158"/>
            <a:ext cx="1435761" cy="1460042"/>
            <a:chOff x="557362" y="374583"/>
            <a:chExt cx="1435761" cy="1460042"/>
          </a:xfrm>
        </p:grpSpPr>
        <p:pic>
          <p:nvPicPr>
            <p:cNvPr id="181" name="Google Shape;181;p25"/>
            <p:cNvPicPr preferRelativeResize="0"/>
            <p:nvPr/>
          </p:nvPicPr>
          <p:blipFill>
            <a:blip r:embed="rId4" cstate="print">
              <a:alphaModFix amt="49000"/>
            </a:blip>
            <a:stretch>
              <a:fillRect/>
            </a:stretch>
          </p:blipFill>
          <p:spPr>
            <a:xfrm>
              <a:off x="715100" y="535000"/>
              <a:ext cx="1278024" cy="12996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2" name="Google Shape;182;p25"/>
            <p:cNvPicPr preferRelativeResize="0"/>
            <p:nvPr/>
          </p:nvPicPr>
          <p:blipFill>
            <a:blip r:embed="rId5" cstate="print">
              <a:alphaModFix amt="44000"/>
            </a:blip>
            <a:stretch>
              <a:fillRect/>
            </a:stretch>
          </p:blipFill>
          <p:spPr>
            <a:xfrm flipH="1">
              <a:off x="557362" y="374583"/>
              <a:ext cx="315473" cy="3208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3" name="Google Shape;183;p25"/>
          <p:cNvSpPr txBox="1">
            <a:spLocks noGrp="1"/>
          </p:cNvSpPr>
          <p:nvPr>
            <p:ph type="title"/>
          </p:nvPr>
        </p:nvSpPr>
        <p:spPr>
          <a:xfrm>
            <a:off x="2655850" y="1107700"/>
            <a:ext cx="3832200" cy="11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84" name="Google Shape;184;p25"/>
          <p:cNvSpPr txBox="1">
            <a:spLocks noGrp="1"/>
          </p:cNvSpPr>
          <p:nvPr>
            <p:ph type="title" idx="2" hasCustomPrompt="1"/>
          </p:nvPr>
        </p:nvSpPr>
        <p:spPr>
          <a:xfrm>
            <a:off x="2996500" y="3147250"/>
            <a:ext cx="3150900" cy="107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103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85" name="Google Shape;185;p25"/>
          <p:cNvSpPr txBox="1">
            <a:spLocks noGrp="1"/>
          </p:cNvSpPr>
          <p:nvPr>
            <p:ph type="subTitle" idx="1"/>
          </p:nvPr>
        </p:nvSpPr>
        <p:spPr>
          <a:xfrm>
            <a:off x="3187750" y="2483994"/>
            <a:ext cx="27684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4">
  <p:cSld name="Section header 4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6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6"/>
          <p:cNvPicPr preferRelativeResize="0"/>
          <p:nvPr/>
        </p:nvPicPr>
        <p:blipFill>
          <a:blip r:embed="rId3" cstate="print">
            <a:alphaModFix amt="30000"/>
          </a:blip>
          <a:stretch>
            <a:fillRect/>
          </a:stretch>
        </p:blipFill>
        <p:spPr>
          <a:xfrm rot="10800000">
            <a:off x="0" y="-431300"/>
            <a:ext cx="9144003" cy="6098975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6"/>
          <p:cNvSpPr txBox="1">
            <a:spLocks noGrp="1"/>
          </p:cNvSpPr>
          <p:nvPr>
            <p:ph type="title"/>
          </p:nvPr>
        </p:nvSpPr>
        <p:spPr>
          <a:xfrm>
            <a:off x="3992510" y="1565802"/>
            <a:ext cx="3832200" cy="11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90" name="Google Shape;190;p26"/>
          <p:cNvSpPr txBox="1">
            <a:spLocks noGrp="1"/>
          </p:cNvSpPr>
          <p:nvPr>
            <p:ph type="title" idx="2" hasCustomPrompt="1"/>
          </p:nvPr>
        </p:nvSpPr>
        <p:spPr>
          <a:xfrm>
            <a:off x="2265764" y="1514510"/>
            <a:ext cx="3150900" cy="107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103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91" name="Google Shape;191;p26"/>
          <p:cNvSpPr txBox="1">
            <a:spLocks noGrp="1"/>
          </p:cNvSpPr>
          <p:nvPr>
            <p:ph type="subTitle" idx="1"/>
          </p:nvPr>
        </p:nvSpPr>
        <p:spPr>
          <a:xfrm>
            <a:off x="3992510" y="2929678"/>
            <a:ext cx="27684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5">
  <p:cSld name="Section header 5"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27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194;p27"/>
          <p:cNvGrpSpPr/>
          <p:nvPr/>
        </p:nvGrpSpPr>
        <p:grpSpPr>
          <a:xfrm>
            <a:off x="-663524" y="-279925"/>
            <a:ext cx="5639853" cy="7085221"/>
            <a:chOff x="-663524" y="-279925"/>
            <a:chExt cx="5639853" cy="7085221"/>
          </a:xfrm>
        </p:grpSpPr>
        <p:pic>
          <p:nvPicPr>
            <p:cNvPr id="195" name="Google Shape;195;p27"/>
            <p:cNvPicPr preferRelativeResize="0"/>
            <p:nvPr/>
          </p:nvPicPr>
          <p:blipFill>
            <a:blip r:embed="rId3" cstate="print">
              <a:alphaModFix amt="26000"/>
            </a:blip>
            <a:stretch>
              <a:fillRect/>
            </a:stretch>
          </p:blipFill>
          <p:spPr>
            <a:xfrm rot="8851044" flipH="1">
              <a:off x="905324" y="1640501"/>
              <a:ext cx="3042426" cy="47167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6" name="Google Shape;196;p27"/>
            <p:cNvPicPr preferRelativeResize="0"/>
            <p:nvPr/>
          </p:nvPicPr>
          <p:blipFill>
            <a:blip r:embed="rId4" cstate="print">
              <a:alphaModFix amt="37000"/>
            </a:blip>
            <a:stretch>
              <a:fillRect/>
            </a:stretch>
          </p:blipFill>
          <p:spPr>
            <a:xfrm>
              <a:off x="1578325" y="-229924"/>
              <a:ext cx="660099" cy="6712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7" name="Google Shape;197;p27"/>
            <p:cNvPicPr preferRelativeResize="0"/>
            <p:nvPr/>
          </p:nvPicPr>
          <p:blipFill>
            <a:blip r:embed="rId5" cstate="print">
              <a:alphaModFix amt="33000"/>
            </a:blip>
            <a:stretch>
              <a:fillRect/>
            </a:stretch>
          </p:blipFill>
          <p:spPr>
            <a:xfrm flipH="1">
              <a:off x="-663524" y="-279925"/>
              <a:ext cx="1947024" cy="198002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8" name="Google Shape;198;p27"/>
          <p:cNvSpPr txBox="1">
            <a:spLocks noGrp="1"/>
          </p:cNvSpPr>
          <p:nvPr>
            <p:ph type="title"/>
          </p:nvPr>
        </p:nvSpPr>
        <p:spPr>
          <a:xfrm>
            <a:off x="1976457" y="1562421"/>
            <a:ext cx="3150900" cy="11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99" name="Google Shape;199;p27"/>
          <p:cNvSpPr txBox="1">
            <a:spLocks noGrp="1"/>
          </p:cNvSpPr>
          <p:nvPr>
            <p:ph type="title" idx="2" hasCustomPrompt="1"/>
          </p:nvPr>
        </p:nvSpPr>
        <p:spPr>
          <a:xfrm>
            <a:off x="3748582" y="1549507"/>
            <a:ext cx="3150900" cy="107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103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00" name="Google Shape;200;p27"/>
          <p:cNvSpPr txBox="1">
            <a:spLocks noGrp="1"/>
          </p:cNvSpPr>
          <p:nvPr>
            <p:ph type="subTitle" idx="1"/>
          </p:nvPr>
        </p:nvSpPr>
        <p:spPr>
          <a:xfrm>
            <a:off x="2155557" y="2933311"/>
            <a:ext cx="29718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28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8"/>
          <p:cNvSpPr txBox="1">
            <a:spLocks noGrp="1"/>
          </p:cNvSpPr>
          <p:nvPr>
            <p:ph type="title"/>
          </p:nvPr>
        </p:nvSpPr>
        <p:spPr>
          <a:xfrm>
            <a:off x="3865000" y="3575328"/>
            <a:ext cx="4563900" cy="5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04" name="Google Shape;204;p28"/>
          <p:cNvSpPr txBox="1">
            <a:spLocks noGrp="1"/>
          </p:cNvSpPr>
          <p:nvPr>
            <p:ph type="subTitle" idx="1"/>
          </p:nvPr>
        </p:nvSpPr>
        <p:spPr>
          <a:xfrm>
            <a:off x="2462250" y="1347275"/>
            <a:ext cx="5967000" cy="20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0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205" name="Google Shape;205;p28"/>
          <p:cNvPicPr preferRelativeResize="0"/>
          <p:nvPr/>
        </p:nvPicPr>
        <p:blipFill>
          <a:blip r:embed="rId3" cstate="print">
            <a:alphaModFix amt="21000"/>
          </a:blip>
          <a:stretch>
            <a:fillRect/>
          </a:stretch>
        </p:blipFill>
        <p:spPr>
          <a:xfrm rot="1586418">
            <a:off x="-764950" y="60749"/>
            <a:ext cx="3165078" cy="49069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29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208;p29"/>
          <p:cNvGrpSpPr/>
          <p:nvPr/>
        </p:nvGrpSpPr>
        <p:grpSpPr>
          <a:xfrm>
            <a:off x="-1078051" y="-828301"/>
            <a:ext cx="10800649" cy="6495486"/>
            <a:chOff x="-1078051" y="-828301"/>
            <a:chExt cx="10800649" cy="6495486"/>
          </a:xfrm>
        </p:grpSpPr>
        <p:pic>
          <p:nvPicPr>
            <p:cNvPr id="209" name="Google Shape;209;p29"/>
            <p:cNvPicPr preferRelativeResize="0"/>
            <p:nvPr/>
          </p:nvPicPr>
          <p:blipFill>
            <a:blip r:embed="rId3" cstate="print">
              <a:alphaModFix amt="44000"/>
            </a:blip>
            <a:stretch>
              <a:fillRect/>
            </a:stretch>
          </p:blipFill>
          <p:spPr>
            <a:xfrm rot="4499998">
              <a:off x="517536" y="-1566832"/>
              <a:ext cx="2446178" cy="51807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0" name="Google Shape;210;p29"/>
            <p:cNvPicPr preferRelativeResize="0"/>
            <p:nvPr/>
          </p:nvPicPr>
          <p:blipFill>
            <a:blip r:embed="rId4" cstate="print">
              <a:alphaModFix amt="34000"/>
            </a:blip>
            <a:stretch>
              <a:fillRect/>
            </a:stretch>
          </p:blipFill>
          <p:spPr>
            <a:xfrm rot="4932521">
              <a:off x="7662897" y="3595450"/>
              <a:ext cx="1859885" cy="202608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1" name="Google Shape;211;p29"/>
          <p:cNvSpPr txBox="1">
            <a:spLocks noGrp="1"/>
          </p:cNvSpPr>
          <p:nvPr>
            <p:ph type="subTitle" idx="1"/>
          </p:nvPr>
        </p:nvSpPr>
        <p:spPr>
          <a:xfrm>
            <a:off x="720000" y="3603150"/>
            <a:ext cx="2586600" cy="100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2" name="Google Shape;212;p29"/>
          <p:cNvSpPr txBox="1">
            <a:spLocks noGrp="1"/>
          </p:cNvSpPr>
          <p:nvPr>
            <p:ph type="title"/>
          </p:nvPr>
        </p:nvSpPr>
        <p:spPr>
          <a:xfrm>
            <a:off x="720000" y="2328775"/>
            <a:ext cx="2586600" cy="1076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30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30"/>
          <p:cNvPicPr preferRelativeResize="0"/>
          <p:nvPr/>
        </p:nvPicPr>
        <p:blipFill>
          <a:blip r:embed="rId3" cstate="print">
            <a:alphaModFix amt="17000"/>
          </a:blip>
          <a:stretch>
            <a:fillRect/>
          </a:stretch>
        </p:blipFill>
        <p:spPr>
          <a:xfrm flipH="1">
            <a:off x="0" y="-5"/>
            <a:ext cx="9144003" cy="3116462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30"/>
          <p:cNvSpPr txBox="1">
            <a:spLocks noGrp="1"/>
          </p:cNvSpPr>
          <p:nvPr>
            <p:ph type="subTitle" idx="1"/>
          </p:nvPr>
        </p:nvSpPr>
        <p:spPr>
          <a:xfrm>
            <a:off x="715100" y="2935500"/>
            <a:ext cx="3180600" cy="109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7" name="Google Shape;217;p30"/>
          <p:cNvSpPr txBox="1">
            <a:spLocks noGrp="1"/>
          </p:cNvSpPr>
          <p:nvPr>
            <p:ph type="title"/>
          </p:nvPr>
        </p:nvSpPr>
        <p:spPr>
          <a:xfrm>
            <a:off x="715100" y="1341800"/>
            <a:ext cx="3751800" cy="139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31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31"/>
          <p:cNvPicPr preferRelativeResize="0"/>
          <p:nvPr/>
        </p:nvPicPr>
        <p:blipFill>
          <a:blip r:embed="rId3" cstate="print">
            <a:alphaModFix amt="15000"/>
          </a:blip>
          <a:stretch>
            <a:fillRect/>
          </a:stretch>
        </p:blipFill>
        <p:spPr>
          <a:xfrm flipH="1">
            <a:off x="0" y="-5"/>
            <a:ext cx="9144003" cy="3116462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31"/>
          <p:cNvSpPr txBox="1">
            <a:spLocks noGrp="1"/>
          </p:cNvSpPr>
          <p:nvPr>
            <p:ph type="subTitle" idx="1"/>
          </p:nvPr>
        </p:nvSpPr>
        <p:spPr>
          <a:xfrm>
            <a:off x="4263100" y="2740825"/>
            <a:ext cx="3820800" cy="9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2" name="Google Shape;222;p31"/>
          <p:cNvSpPr txBox="1">
            <a:spLocks noGrp="1"/>
          </p:cNvSpPr>
          <p:nvPr>
            <p:ph type="title"/>
          </p:nvPr>
        </p:nvSpPr>
        <p:spPr>
          <a:xfrm>
            <a:off x="4263100" y="1871650"/>
            <a:ext cx="3820800" cy="65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Title and text 3"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32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32"/>
          <p:cNvPicPr preferRelativeResize="0"/>
          <p:nvPr/>
        </p:nvPicPr>
        <p:blipFill>
          <a:blip r:embed="rId3" cstate="print">
            <a:alphaModFix amt="16000"/>
          </a:blip>
          <a:stretch>
            <a:fillRect/>
          </a:stretch>
        </p:blipFill>
        <p:spPr>
          <a:xfrm rot="10800000" flipH="1">
            <a:off x="0" y="2027045"/>
            <a:ext cx="9144003" cy="3116462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32"/>
          <p:cNvSpPr txBox="1">
            <a:spLocks noGrp="1"/>
          </p:cNvSpPr>
          <p:nvPr>
            <p:ph type="subTitle" idx="1"/>
          </p:nvPr>
        </p:nvSpPr>
        <p:spPr>
          <a:xfrm>
            <a:off x="715100" y="1274025"/>
            <a:ext cx="7713900" cy="280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naheim"/>
              <a:buChar char="○"/>
              <a:defRPr sz="12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7" name="Google Shape;227;p32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33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33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31" name="Google Shape;231;p33"/>
          <p:cNvSpPr txBox="1">
            <a:spLocks noGrp="1"/>
          </p:cNvSpPr>
          <p:nvPr>
            <p:ph type="subTitle" idx="1"/>
          </p:nvPr>
        </p:nvSpPr>
        <p:spPr>
          <a:xfrm>
            <a:off x="715100" y="1175650"/>
            <a:ext cx="4004700" cy="3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Char char="○"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32" name="Google Shape;232;p33"/>
          <p:cNvSpPr txBox="1">
            <a:spLocks noGrp="1"/>
          </p:cNvSpPr>
          <p:nvPr>
            <p:ph type="subTitle" idx="2"/>
          </p:nvPr>
        </p:nvSpPr>
        <p:spPr>
          <a:xfrm>
            <a:off x="4994900" y="1175650"/>
            <a:ext cx="3429000" cy="3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233" name="Google Shape;233;p33"/>
          <p:cNvPicPr preferRelativeResize="0"/>
          <p:nvPr/>
        </p:nvPicPr>
        <p:blipFill>
          <a:blip r:embed="rId3" cstate="print">
            <a:alphaModFix amt="35000"/>
          </a:blip>
          <a:stretch>
            <a:fillRect/>
          </a:stretch>
        </p:blipFill>
        <p:spPr>
          <a:xfrm rot="5400000" flipH="1">
            <a:off x="6321149" y="2509026"/>
            <a:ext cx="2028050" cy="42951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 and two columns 2"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34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34"/>
          <p:cNvPicPr preferRelativeResize="0"/>
          <p:nvPr/>
        </p:nvPicPr>
        <p:blipFill>
          <a:blip r:embed="rId3" cstate="print">
            <a:alphaModFix amt="34000"/>
          </a:blip>
          <a:stretch>
            <a:fillRect/>
          </a:stretch>
        </p:blipFill>
        <p:spPr>
          <a:xfrm flipH="1">
            <a:off x="-709963" y="-753722"/>
            <a:ext cx="2662825" cy="2707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34"/>
          <p:cNvPicPr preferRelativeResize="0"/>
          <p:nvPr/>
        </p:nvPicPr>
        <p:blipFill>
          <a:blip r:embed="rId4" cstate="print">
            <a:alphaModFix amt="41000"/>
          </a:blip>
          <a:stretch>
            <a:fillRect/>
          </a:stretch>
        </p:blipFill>
        <p:spPr>
          <a:xfrm>
            <a:off x="4427027" y="671950"/>
            <a:ext cx="3878551" cy="39441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34"/>
          <p:cNvSpPr txBox="1">
            <a:spLocks noGrp="1"/>
          </p:cNvSpPr>
          <p:nvPr>
            <p:ph type="subTitle" idx="1"/>
          </p:nvPr>
        </p:nvSpPr>
        <p:spPr>
          <a:xfrm>
            <a:off x="1290763" y="1837941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39" name="Google Shape;239;p34"/>
          <p:cNvSpPr txBox="1">
            <a:spLocks noGrp="1"/>
          </p:cNvSpPr>
          <p:nvPr>
            <p:ph type="subTitle" idx="2"/>
          </p:nvPr>
        </p:nvSpPr>
        <p:spPr>
          <a:xfrm>
            <a:off x="4945638" y="1837941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40" name="Google Shape;240;p34"/>
          <p:cNvSpPr txBox="1">
            <a:spLocks noGrp="1"/>
          </p:cNvSpPr>
          <p:nvPr>
            <p:ph type="subTitle" idx="3"/>
          </p:nvPr>
        </p:nvSpPr>
        <p:spPr>
          <a:xfrm>
            <a:off x="1290775" y="2740676"/>
            <a:ext cx="2907600" cy="11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41" name="Google Shape;241;p34"/>
          <p:cNvSpPr txBox="1">
            <a:spLocks noGrp="1"/>
          </p:cNvSpPr>
          <p:nvPr>
            <p:ph type="subTitle" idx="4"/>
          </p:nvPr>
        </p:nvSpPr>
        <p:spPr>
          <a:xfrm>
            <a:off x="4945650" y="2740676"/>
            <a:ext cx="2907600" cy="11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6">
  <p:cSld name="Title and text 6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35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244;p35"/>
          <p:cNvGrpSpPr/>
          <p:nvPr/>
        </p:nvGrpSpPr>
        <p:grpSpPr>
          <a:xfrm flipH="1">
            <a:off x="-1059374" y="202758"/>
            <a:ext cx="9874808" cy="5928742"/>
            <a:chOff x="252562" y="222183"/>
            <a:chExt cx="9874808" cy="5928742"/>
          </a:xfrm>
        </p:grpSpPr>
        <p:pic>
          <p:nvPicPr>
            <p:cNvPr id="245" name="Google Shape;245;p35"/>
            <p:cNvPicPr preferRelativeResize="0"/>
            <p:nvPr/>
          </p:nvPicPr>
          <p:blipFill>
            <a:blip r:embed="rId3" cstate="print">
              <a:alphaModFix amt="50000"/>
            </a:blip>
            <a:stretch>
              <a:fillRect/>
            </a:stretch>
          </p:blipFill>
          <p:spPr>
            <a:xfrm>
              <a:off x="7222371" y="2986325"/>
              <a:ext cx="2904999" cy="3164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6" name="Google Shape;246;p35"/>
            <p:cNvPicPr preferRelativeResize="0"/>
            <p:nvPr/>
          </p:nvPicPr>
          <p:blipFill>
            <a:blip r:embed="rId4" cstate="print">
              <a:alphaModFix amt="48000"/>
            </a:blip>
            <a:stretch>
              <a:fillRect/>
            </a:stretch>
          </p:blipFill>
          <p:spPr>
            <a:xfrm>
              <a:off x="410300" y="382600"/>
              <a:ext cx="1278024" cy="12996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7" name="Google Shape;247;p35"/>
            <p:cNvPicPr preferRelativeResize="0"/>
            <p:nvPr/>
          </p:nvPicPr>
          <p:blipFill>
            <a:blip r:embed="rId5" cstate="print">
              <a:alphaModFix amt="60000"/>
            </a:blip>
            <a:stretch>
              <a:fillRect/>
            </a:stretch>
          </p:blipFill>
          <p:spPr>
            <a:xfrm flipH="1">
              <a:off x="252562" y="222183"/>
              <a:ext cx="315473" cy="3208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8" name="Google Shape;248;p35"/>
          <p:cNvSpPr txBox="1">
            <a:spLocks noGrp="1"/>
          </p:cNvSpPr>
          <p:nvPr>
            <p:ph type="title"/>
          </p:nvPr>
        </p:nvSpPr>
        <p:spPr>
          <a:xfrm>
            <a:off x="4010875" y="1307100"/>
            <a:ext cx="44199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7">
  <p:cSld name="Title and text 7"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36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36"/>
          <p:cNvPicPr preferRelativeResize="0"/>
          <p:nvPr/>
        </p:nvPicPr>
        <p:blipFill>
          <a:blip r:embed="rId3" cstate="print">
            <a:alphaModFix amt="34000"/>
          </a:blip>
          <a:stretch>
            <a:fillRect/>
          </a:stretch>
        </p:blipFill>
        <p:spPr>
          <a:xfrm flipH="1">
            <a:off x="-996263" y="3841453"/>
            <a:ext cx="2662825" cy="2707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36"/>
          <p:cNvPicPr preferRelativeResize="0"/>
          <p:nvPr/>
        </p:nvPicPr>
        <p:blipFill>
          <a:blip r:embed="rId4" cstate="print">
            <a:alphaModFix amt="41000"/>
          </a:blip>
          <a:stretch>
            <a:fillRect/>
          </a:stretch>
        </p:blipFill>
        <p:spPr>
          <a:xfrm>
            <a:off x="4427027" y="671950"/>
            <a:ext cx="3878551" cy="39441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36"/>
          <p:cNvSpPr txBox="1">
            <a:spLocks noGrp="1"/>
          </p:cNvSpPr>
          <p:nvPr>
            <p:ph type="body" idx="1"/>
          </p:nvPr>
        </p:nvSpPr>
        <p:spPr>
          <a:xfrm>
            <a:off x="2638050" y="1792100"/>
            <a:ext cx="3867900" cy="251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rgbClr val="434343"/>
                </a:solidFill>
              </a:defRPr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175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4" name="Google Shape;254;p36"/>
          <p:cNvSpPr txBox="1">
            <a:spLocks noGrp="1"/>
          </p:cNvSpPr>
          <p:nvPr>
            <p:ph type="title"/>
          </p:nvPr>
        </p:nvSpPr>
        <p:spPr>
          <a:xfrm>
            <a:off x="2638050" y="840725"/>
            <a:ext cx="2705700" cy="10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3">
  <p:cSld name="Title and two columns 3"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p37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37"/>
          <p:cNvPicPr preferRelativeResize="0"/>
          <p:nvPr/>
        </p:nvPicPr>
        <p:blipFill>
          <a:blip r:embed="rId3" cstate="print">
            <a:alphaModFix amt="34000"/>
          </a:blip>
          <a:stretch>
            <a:fillRect/>
          </a:stretch>
        </p:blipFill>
        <p:spPr>
          <a:xfrm flipH="1">
            <a:off x="-709963" y="3620328"/>
            <a:ext cx="2662825" cy="2707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37"/>
          <p:cNvPicPr preferRelativeResize="0"/>
          <p:nvPr/>
        </p:nvPicPr>
        <p:blipFill>
          <a:blip r:embed="rId4" cstate="print">
            <a:alphaModFix amt="41000"/>
          </a:blip>
          <a:stretch>
            <a:fillRect/>
          </a:stretch>
        </p:blipFill>
        <p:spPr>
          <a:xfrm>
            <a:off x="6802252" y="-2106150"/>
            <a:ext cx="3878551" cy="39441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37"/>
          <p:cNvSpPr txBox="1">
            <a:spLocks noGrp="1"/>
          </p:cNvSpPr>
          <p:nvPr>
            <p:ph type="subTitle" idx="1"/>
          </p:nvPr>
        </p:nvSpPr>
        <p:spPr>
          <a:xfrm>
            <a:off x="715100" y="1922325"/>
            <a:ext cx="3785700" cy="184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60" name="Google Shape;260;p37"/>
          <p:cNvSpPr txBox="1">
            <a:spLocks noGrp="1"/>
          </p:cNvSpPr>
          <p:nvPr>
            <p:ph type="subTitle" idx="2"/>
          </p:nvPr>
        </p:nvSpPr>
        <p:spPr>
          <a:xfrm>
            <a:off x="4638325" y="1922325"/>
            <a:ext cx="3785700" cy="184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61" name="Google Shape;261;p37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eight columns">
  <p:cSld name="Title and eight columns"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38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 rot="10800000">
            <a:off x="-2510" y="1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38"/>
          <p:cNvPicPr preferRelativeResize="0"/>
          <p:nvPr/>
        </p:nvPicPr>
        <p:blipFill>
          <a:blip r:embed="rId3" cstate="print">
            <a:alphaModFix amt="34000"/>
          </a:blip>
          <a:stretch>
            <a:fillRect/>
          </a:stretch>
        </p:blipFill>
        <p:spPr>
          <a:xfrm rot="10800000" flipH="1">
            <a:off x="7202803" y="-1179375"/>
            <a:ext cx="2662825" cy="2707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38"/>
          <p:cNvPicPr preferRelativeResize="0"/>
          <p:nvPr/>
        </p:nvPicPr>
        <p:blipFill>
          <a:blip r:embed="rId4" cstate="print">
            <a:alphaModFix amt="41000"/>
          </a:blip>
          <a:stretch>
            <a:fillRect/>
          </a:stretch>
        </p:blipFill>
        <p:spPr>
          <a:xfrm rot="10800000">
            <a:off x="-1525138" y="3310951"/>
            <a:ext cx="3878551" cy="39441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38"/>
          <p:cNvSpPr txBox="1">
            <a:spLocks noGrp="1"/>
          </p:cNvSpPr>
          <p:nvPr>
            <p:ph type="title"/>
          </p:nvPr>
        </p:nvSpPr>
        <p:spPr>
          <a:xfrm>
            <a:off x="715050" y="535000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67" name="Google Shape;267;p38"/>
          <p:cNvSpPr txBox="1">
            <a:spLocks noGrp="1"/>
          </p:cNvSpPr>
          <p:nvPr>
            <p:ph type="subTitle" idx="1"/>
          </p:nvPr>
        </p:nvSpPr>
        <p:spPr>
          <a:xfrm>
            <a:off x="1881400" y="1274889"/>
            <a:ext cx="25314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68" name="Google Shape;268;p38"/>
          <p:cNvSpPr txBox="1">
            <a:spLocks noGrp="1"/>
          </p:cNvSpPr>
          <p:nvPr>
            <p:ph type="title" idx="2" hasCustomPrompt="1"/>
          </p:nvPr>
        </p:nvSpPr>
        <p:spPr>
          <a:xfrm>
            <a:off x="842200" y="1274904"/>
            <a:ext cx="10392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38"/>
          <p:cNvSpPr txBox="1">
            <a:spLocks noGrp="1"/>
          </p:cNvSpPr>
          <p:nvPr>
            <p:ph type="subTitle" idx="3"/>
          </p:nvPr>
        </p:nvSpPr>
        <p:spPr>
          <a:xfrm>
            <a:off x="1881400" y="2107338"/>
            <a:ext cx="25314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70" name="Google Shape;270;p38"/>
          <p:cNvSpPr txBox="1">
            <a:spLocks noGrp="1"/>
          </p:cNvSpPr>
          <p:nvPr>
            <p:ph type="title" idx="4" hasCustomPrompt="1"/>
          </p:nvPr>
        </p:nvSpPr>
        <p:spPr>
          <a:xfrm>
            <a:off x="842200" y="2107338"/>
            <a:ext cx="10392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  <p:sp>
        <p:nvSpPr>
          <p:cNvPr id="271" name="Google Shape;271;p38"/>
          <p:cNvSpPr txBox="1">
            <a:spLocks noGrp="1"/>
          </p:cNvSpPr>
          <p:nvPr>
            <p:ph type="subTitle" idx="5"/>
          </p:nvPr>
        </p:nvSpPr>
        <p:spPr>
          <a:xfrm>
            <a:off x="1881400" y="2945975"/>
            <a:ext cx="25314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72" name="Google Shape;272;p38"/>
          <p:cNvSpPr txBox="1">
            <a:spLocks noGrp="1"/>
          </p:cNvSpPr>
          <p:nvPr>
            <p:ph type="title" idx="6" hasCustomPrompt="1"/>
          </p:nvPr>
        </p:nvSpPr>
        <p:spPr>
          <a:xfrm>
            <a:off x="842200" y="2945975"/>
            <a:ext cx="10392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  <p:sp>
        <p:nvSpPr>
          <p:cNvPr id="273" name="Google Shape;273;p38"/>
          <p:cNvSpPr txBox="1">
            <a:spLocks noGrp="1"/>
          </p:cNvSpPr>
          <p:nvPr>
            <p:ph type="subTitle" idx="7"/>
          </p:nvPr>
        </p:nvSpPr>
        <p:spPr>
          <a:xfrm>
            <a:off x="1881400" y="3784650"/>
            <a:ext cx="25314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74" name="Google Shape;274;p38"/>
          <p:cNvSpPr txBox="1">
            <a:spLocks noGrp="1"/>
          </p:cNvSpPr>
          <p:nvPr>
            <p:ph type="title" idx="8" hasCustomPrompt="1"/>
          </p:nvPr>
        </p:nvSpPr>
        <p:spPr>
          <a:xfrm>
            <a:off x="842200" y="3784650"/>
            <a:ext cx="10392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  <p:sp>
        <p:nvSpPr>
          <p:cNvPr id="275" name="Google Shape;275;p38"/>
          <p:cNvSpPr txBox="1">
            <a:spLocks noGrp="1"/>
          </p:cNvSpPr>
          <p:nvPr>
            <p:ph type="subTitle" idx="9"/>
          </p:nvPr>
        </p:nvSpPr>
        <p:spPr>
          <a:xfrm>
            <a:off x="5770400" y="1274889"/>
            <a:ext cx="25314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76" name="Google Shape;276;p38"/>
          <p:cNvSpPr txBox="1">
            <a:spLocks noGrp="1"/>
          </p:cNvSpPr>
          <p:nvPr>
            <p:ph type="title" idx="13" hasCustomPrompt="1"/>
          </p:nvPr>
        </p:nvSpPr>
        <p:spPr>
          <a:xfrm>
            <a:off x="4731200" y="1274904"/>
            <a:ext cx="10392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  <p:sp>
        <p:nvSpPr>
          <p:cNvPr id="277" name="Google Shape;277;p38"/>
          <p:cNvSpPr txBox="1">
            <a:spLocks noGrp="1"/>
          </p:cNvSpPr>
          <p:nvPr>
            <p:ph type="subTitle" idx="14"/>
          </p:nvPr>
        </p:nvSpPr>
        <p:spPr>
          <a:xfrm>
            <a:off x="5770400" y="2107338"/>
            <a:ext cx="25314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78" name="Google Shape;278;p38"/>
          <p:cNvSpPr txBox="1">
            <a:spLocks noGrp="1"/>
          </p:cNvSpPr>
          <p:nvPr>
            <p:ph type="title" idx="15" hasCustomPrompt="1"/>
          </p:nvPr>
        </p:nvSpPr>
        <p:spPr>
          <a:xfrm>
            <a:off x="4731200" y="2107338"/>
            <a:ext cx="10392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  <p:sp>
        <p:nvSpPr>
          <p:cNvPr id="279" name="Google Shape;279;p38"/>
          <p:cNvSpPr txBox="1">
            <a:spLocks noGrp="1"/>
          </p:cNvSpPr>
          <p:nvPr>
            <p:ph type="subTitle" idx="16"/>
          </p:nvPr>
        </p:nvSpPr>
        <p:spPr>
          <a:xfrm>
            <a:off x="5770400" y="2945975"/>
            <a:ext cx="25314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80" name="Google Shape;280;p38"/>
          <p:cNvSpPr txBox="1">
            <a:spLocks noGrp="1"/>
          </p:cNvSpPr>
          <p:nvPr>
            <p:ph type="title" idx="17" hasCustomPrompt="1"/>
          </p:nvPr>
        </p:nvSpPr>
        <p:spPr>
          <a:xfrm>
            <a:off x="4731200" y="2945975"/>
            <a:ext cx="10392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  <p:sp>
        <p:nvSpPr>
          <p:cNvPr id="281" name="Google Shape;281;p38"/>
          <p:cNvSpPr txBox="1">
            <a:spLocks noGrp="1"/>
          </p:cNvSpPr>
          <p:nvPr>
            <p:ph type="subTitle" idx="18"/>
          </p:nvPr>
        </p:nvSpPr>
        <p:spPr>
          <a:xfrm>
            <a:off x="5770400" y="3784650"/>
            <a:ext cx="25314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82" name="Google Shape;282;p38"/>
          <p:cNvSpPr txBox="1">
            <a:spLocks noGrp="1"/>
          </p:cNvSpPr>
          <p:nvPr>
            <p:ph type="title" idx="19" hasCustomPrompt="1"/>
          </p:nvPr>
        </p:nvSpPr>
        <p:spPr>
          <a:xfrm>
            <a:off x="4731200" y="3784650"/>
            <a:ext cx="10392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4">
  <p:cSld name="Title and two columns 4"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Google Shape;284;p39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 rot="10800000">
            <a:off x="-2510" y="1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39"/>
          <p:cNvPicPr preferRelativeResize="0"/>
          <p:nvPr/>
        </p:nvPicPr>
        <p:blipFill>
          <a:blip r:embed="rId3" cstate="print">
            <a:alphaModFix amt="34000"/>
          </a:blip>
          <a:stretch>
            <a:fillRect/>
          </a:stretch>
        </p:blipFill>
        <p:spPr>
          <a:xfrm rot="10800000" flipH="1">
            <a:off x="7202803" y="-1179375"/>
            <a:ext cx="2662825" cy="2707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39"/>
          <p:cNvPicPr preferRelativeResize="0"/>
          <p:nvPr/>
        </p:nvPicPr>
        <p:blipFill>
          <a:blip r:embed="rId4" cstate="print">
            <a:alphaModFix amt="41000"/>
          </a:blip>
          <a:stretch>
            <a:fillRect/>
          </a:stretch>
        </p:blipFill>
        <p:spPr>
          <a:xfrm rot="10800000">
            <a:off x="-1525138" y="3310951"/>
            <a:ext cx="3878551" cy="394410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39"/>
          <p:cNvSpPr txBox="1">
            <a:spLocks noGrp="1"/>
          </p:cNvSpPr>
          <p:nvPr>
            <p:ph type="subTitle" idx="1"/>
          </p:nvPr>
        </p:nvSpPr>
        <p:spPr>
          <a:xfrm>
            <a:off x="715100" y="2006400"/>
            <a:ext cx="3785700" cy="238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88" name="Google Shape;288;p39"/>
          <p:cNvSpPr txBox="1">
            <a:spLocks noGrp="1"/>
          </p:cNvSpPr>
          <p:nvPr>
            <p:ph type="subTitle" idx="2"/>
          </p:nvPr>
        </p:nvSpPr>
        <p:spPr>
          <a:xfrm>
            <a:off x="4638325" y="2006400"/>
            <a:ext cx="3785700" cy="238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89" name="Google Shape;289;p39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90" name="Google Shape;290;p39"/>
          <p:cNvSpPr txBox="1">
            <a:spLocks noGrp="1"/>
          </p:cNvSpPr>
          <p:nvPr>
            <p:ph type="title" idx="3"/>
          </p:nvPr>
        </p:nvSpPr>
        <p:spPr>
          <a:xfrm>
            <a:off x="715100" y="1298675"/>
            <a:ext cx="3785700" cy="42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91" name="Google Shape;291;p39"/>
          <p:cNvSpPr txBox="1">
            <a:spLocks noGrp="1"/>
          </p:cNvSpPr>
          <p:nvPr>
            <p:ph type="title" idx="4"/>
          </p:nvPr>
        </p:nvSpPr>
        <p:spPr>
          <a:xfrm>
            <a:off x="4638325" y="1298675"/>
            <a:ext cx="3785700" cy="42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Google Shape;293;p40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40"/>
          <p:cNvPicPr preferRelativeResize="0"/>
          <p:nvPr/>
        </p:nvPicPr>
        <p:blipFill>
          <a:blip r:embed="rId3" cstate="print">
            <a:alphaModFix amt="15000"/>
          </a:blip>
          <a:stretch>
            <a:fillRect/>
          </a:stretch>
        </p:blipFill>
        <p:spPr>
          <a:xfrm rot="10800000" flipH="1">
            <a:off x="0" y="2027045"/>
            <a:ext cx="9144003" cy="3116462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40"/>
          <p:cNvSpPr txBox="1">
            <a:spLocks noGrp="1"/>
          </p:cNvSpPr>
          <p:nvPr>
            <p:ph type="title"/>
          </p:nvPr>
        </p:nvSpPr>
        <p:spPr>
          <a:xfrm>
            <a:off x="720000" y="2285844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96" name="Google Shape;296;p40"/>
          <p:cNvSpPr txBox="1">
            <a:spLocks noGrp="1"/>
          </p:cNvSpPr>
          <p:nvPr>
            <p:ph type="subTitle" idx="1"/>
          </p:nvPr>
        </p:nvSpPr>
        <p:spPr>
          <a:xfrm>
            <a:off x="720000" y="3006517"/>
            <a:ext cx="2336400" cy="115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97" name="Google Shape;297;p40"/>
          <p:cNvSpPr txBox="1">
            <a:spLocks noGrp="1"/>
          </p:cNvSpPr>
          <p:nvPr>
            <p:ph type="title" idx="2"/>
          </p:nvPr>
        </p:nvSpPr>
        <p:spPr>
          <a:xfrm>
            <a:off x="3403800" y="2285844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98" name="Google Shape;298;p40"/>
          <p:cNvSpPr txBox="1">
            <a:spLocks noGrp="1"/>
          </p:cNvSpPr>
          <p:nvPr>
            <p:ph type="subTitle" idx="3"/>
          </p:nvPr>
        </p:nvSpPr>
        <p:spPr>
          <a:xfrm>
            <a:off x="3403800" y="3006517"/>
            <a:ext cx="2336400" cy="115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99" name="Google Shape;299;p40"/>
          <p:cNvSpPr txBox="1">
            <a:spLocks noGrp="1"/>
          </p:cNvSpPr>
          <p:nvPr>
            <p:ph type="title" idx="4"/>
          </p:nvPr>
        </p:nvSpPr>
        <p:spPr>
          <a:xfrm>
            <a:off x="6087600" y="2285844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00" name="Google Shape;300;p40"/>
          <p:cNvSpPr txBox="1">
            <a:spLocks noGrp="1"/>
          </p:cNvSpPr>
          <p:nvPr>
            <p:ph type="subTitle" idx="5"/>
          </p:nvPr>
        </p:nvSpPr>
        <p:spPr>
          <a:xfrm>
            <a:off x="6087600" y="3006517"/>
            <a:ext cx="2336400" cy="115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01" name="Google Shape;301;p40"/>
          <p:cNvSpPr txBox="1">
            <a:spLocks noGrp="1"/>
          </p:cNvSpPr>
          <p:nvPr>
            <p:ph type="title" idx="6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Title and three columns 1"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Google Shape;303;p41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41"/>
          <p:cNvSpPr txBox="1">
            <a:spLocks noGrp="1"/>
          </p:cNvSpPr>
          <p:nvPr>
            <p:ph type="title"/>
          </p:nvPr>
        </p:nvSpPr>
        <p:spPr>
          <a:xfrm>
            <a:off x="717125" y="2594825"/>
            <a:ext cx="2356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05" name="Google Shape;305;p41"/>
          <p:cNvSpPr txBox="1">
            <a:spLocks noGrp="1"/>
          </p:cNvSpPr>
          <p:nvPr>
            <p:ph type="subTitle" idx="1"/>
          </p:nvPr>
        </p:nvSpPr>
        <p:spPr>
          <a:xfrm>
            <a:off x="719988" y="3312525"/>
            <a:ext cx="2356500" cy="111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06" name="Google Shape;306;p41"/>
          <p:cNvSpPr txBox="1">
            <a:spLocks noGrp="1"/>
          </p:cNvSpPr>
          <p:nvPr>
            <p:ph type="title" idx="2"/>
          </p:nvPr>
        </p:nvSpPr>
        <p:spPr>
          <a:xfrm>
            <a:off x="3395188" y="2594900"/>
            <a:ext cx="2356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07" name="Google Shape;307;p41"/>
          <p:cNvSpPr txBox="1">
            <a:spLocks noGrp="1"/>
          </p:cNvSpPr>
          <p:nvPr>
            <p:ph type="subTitle" idx="3"/>
          </p:nvPr>
        </p:nvSpPr>
        <p:spPr>
          <a:xfrm>
            <a:off x="3395188" y="3312600"/>
            <a:ext cx="2356500" cy="111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08" name="Google Shape;308;p41"/>
          <p:cNvSpPr txBox="1">
            <a:spLocks noGrp="1"/>
          </p:cNvSpPr>
          <p:nvPr>
            <p:ph type="title" idx="4"/>
          </p:nvPr>
        </p:nvSpPr>
        <p:spPr>
          <a:xfrm>
            <a:off x="6070363" y="2594900"/>
            <a:ext cx="2356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09" name="Google Shape;309;p41"/>
          <p:cNvSpPr txBox="1">
            <a:spLocks noGrp="1"/>
          </p:cNvSpPr>
          <p:nvPr>
            <p:ph type="subTitle" idx="5"/>
          </p:nvPr>
        </p:nvSpPr>
        <p:spPr>
          <a:xfrm>
            <a:off x="6070363" y="3312150"/>
            <a:ext cx="2356500" cy="111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10" name="Google Shape;310;p41"/>
          <p:cNvSpPr txBox="1">
            <a:spLocks noGrp="1"/>
          </p:cNvSpPr>
          <p:nvPr>
            <p:ph type="title" idx="6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311" name="Google Shape;311;p41"/>
          <p:cNvPicPr preferRelativeResize="0"/>
          <p:nvPr/>
        </p:nvPicPr>
        <p:blipFill>
          <a:blip r:embed="rId3" cstate="print">
            <a:alphaModFix amt="32000"/>
          </a:blip>
          <a:stretch>
            <a:fillRect/>
          </a:stretch>
        </p:blipFill>
        <p:spPr>
          <a:xfrm>
            <a:off x="-1019777" y="-1847072"/>
            <a:ext cx="2313025" cy="2519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41"/>
          <p:cNvPicPr preferRelativeResize="0"/>
          <p:nvPr/>
        </p:nvPicPr>
        <p:blipFill>
          <a:blip r:embed="rId4" cstate="print">
            <a:alphaModFix amt="30000"/>
          </a:blip>
          <a:stretch>
            <a:fillRect/>
          </a:stretch>
        </p:blipFill>
        <p:spPr>
          <a:xfrm>
            <a:off x="6988285" y="-2018700"/>
            <a:ext cx="2881223" cy="2929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Title and three columns 2"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" name="Google Shape;314;p42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42"/>
          <p:cNvPicPr preferRelativeResize="0"/>
          <p:nvPr/>
        </p:nvPicPr>
        <p:blipFill>
          <a:blip r:embed="rId3" cstate="print">
            <a:alphaModFix amt="35000"/>
          </a:blip>
          <a:stretch>
            <a:fillRect/>
          </a:stretch>
        </p:blipFill>
        <p:spPr>
          <a:xfrm rot="-702089">
            <a:off x="-734167" y="792101"/>
            <a:ext cx="7717137" cy="5143502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42"/>
          <p:cNvSpPr txBox="1">
            <a:spLocks noGrp="1"/>
          </p:cNvSpPr>
          <p:nvPr>
            <p:ph type="title"/>
          </p:nvPr>
        </p:nvSpPr>
        <p:spPr>
          <a:xfrm>
            <a:off x="720000" y="2548563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17" name="Google Shape;317;p42"/>
          <p:cNvSpPr txBox="1">
            <a:spLocks noGrp="1"/>
          </p:cNvSpPr>
          <p:nvPr>
            <p:ph type="subTitle" idx="1"/>
          </p:nvPr>
        </p:nvSpPr>
        <p:spPr>
          <a:xfrm>
            <a:off x="924600" y="3266225"/>
            <a:ext cx="1927200" cy="93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18" name="Google Shape;318;p42"/>
          <p:cNvSpPr txBox="1">
            <a:spLocks noGrp="1"/>
          </p:cNvSpPr>
          <p:nvPr>
            <p:ph type="title" idx="2"/>
          </p:nvPr>
        </p:nvSpPr>
        <p:spPr>
          <a:xfrm>
            <a:off x="3403800" y="2548563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19" name="Google Shape;319;p42"/>
          <p:cNvSpPr txBox="1">
            <a:spLocks noGrp="1"/>
          </p:cNvSpPr>
          <p:nvPr>
            <p:ph type="subTitle" idx="3"/>
          </p:nvPr>
        </p:nvSpPr>
        <p:spPr>
          <a:xfrm>
            <a:off x="3608400" y="3266225"/>
            <a:ext cx="1927200" cy="93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20" name="Google Shape;320;p42"/>
          <p:cNvSpPr txBox="1">
            <a:spLocks noGrp="1"/>
          </p:cNvSpPr>
          <p:nvPr>
            <p:ph type="title" idx="4"/>
          </p:nvPr>
        </p:nvSpPr>
        <p:spPr>
          <a:xfrm>
            <a:off x="6087600" y="2548563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21" name="Google Shape;321;p42"/>
          <p:cNvSpPr txBox="1">
            <a:spLocks noGrp="1"/>
          </p:cNvSpPr>
          <p:nvPr>
            <p:ph type="subTitle" idx="5"/>
          </p:nvPr>
        </p:nvSpPr>
        <p:spPr>
          <a:xfrm>
            <a:off x="6292200" y="3266225"/>
            <a:ext cx="1927200" cy="93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22" name="Google Shape;322;p42"/>
          <p:cNvSpPr txBox="1">
            <a:spLocks noGrp="1"/>
          </p:cNvSpPr>
          <p:nvPr>
            <p:ph type="title" idx="6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3">
  <p:cSld name="Title and three columns 3"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Google Shape;324;p43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325;p43"/>
          <p:cNvGrpSpPr/>
          <p:nvPr/>
        </p:nvGrpSpPr>
        <p:grpSpPr>
          <a:xfrm>
            <a:off x="-2630529" y="-1513088"/>
            <a:ext cx="13086688" cy="8065884"/>
            <a:chOff x="-2630529" y="-1513088"/>
            <a:chExt cx="13086688" cy="8065884"/>
          </a:xfrm>
        </p:grpSpPr>
        <p:pic>
          <p:nvPicPr>
            <p:cNvPr id="326" name="Google Shape;326;p43"/>
            <p:cNvPicPr preferRelativeResize="0"/>
            <p:nvPr/>
          </p:nvPicPr>
          <p:blipFill>
            <a:blip r:embed="rId3" cstate="print">
              <a:alphaModFix amt="30000"/>
            </a:blip>
            <a:stretch>
              <a:fillRect/>
            </a:stretch>
          </p:blipFill>
          <p:spPr>
            <a:xfrm rot="8851044" flipH="1">
              <a:off x="-1601951" y="1388001"/>
              <a:ext cx="3042426" cy="47167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7" name="Google Shape;327;p43"/>
            <p:cNvPicPr preferRelativeResize="0"/>
            <p:nvPr/>
          </p:nvPicPr>
          <p:blipFill>
            <a:blip r:embed="rId4" cstate="print">
              <a:alphaModFix amt="13000"/>
            </a:blip>
            <a:stretch>
              <a:fillRect/>
            </a:stretch>
          </p:blipFill>
          <p:spPr>
            <a:xfrm rot="-5400000">
              <a:off x="7611947" y="-1658325"/>
              <a:ext cx="2698976" cy="29894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8" name="Google Shape;328;p43"/>
            <p:cNvPicPr preferRelativeResize="0"/>
            <p:nvPr/>
          </p:nvPicPr>
          <p:blipFill>
            <a:blip r:embed="rId5" cstate="print">
              <a:alphaModFix amt="41000"/>
            </a:blip>
            <a:stretch>
              <a:fillRect/>
            </a:stretch>
          </p:blipFill>
          <p:spPr>
            <a:xfrm>
              <a:off x="1090275" y="95587"/>
              <a:ext cx="432124" cy="4394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9" name="Google Shape;329;p43"/>
            <p:cNvPicPr preferRelativeResize="0"/>
            <p:nvPr/>
          </p:nvPicPr>
          <p:blipFill>
            <a:blip r:embed="rId6" cstate="print">
              <a:alphaModFix amt="38000"/>
            </a:blip>
            <a:stretch>
              <a:fillRect/>
            </a:stretch>
          </p:blipFill>
          <p:spPr>
            <a:xfrm flipH="1">
              <a:off x="169348" y="471744"/>
              <a:ext cx="920927" cy="93653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0" name="Google Shape;330;p43"/>
          <p:cNvSpPr txBox="1">
            <a:spLocks noGrp="1"/>
          </p:cNvSpPr>
          <p:nvPr>
            <p:ph type="title"/>
          </p:nvPr>
        </p:nvSpPr>
        <p:spPr>
          <a:xfrm>
            <a:off x="872400" y="3320062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31" name="Google Shape;331;p43"/>
          <p:cNvSpPr txBox="1">
            <a:spLocks noGrp="1"/>
          </p:cNvSpPr>
          <p:nvPr>
            <p:ph type="subTitle" idx="1"/>
          </p:nvPr>
        </p:nvSpPr>
        <p:spPr>
          <a:xfrm>
            <a:off x="872400" y="4042273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32" name="Google Shape;332;p43"/>
          <p:cNvSpPr txBox="1">
            <a:spLocks noGrp="1"/>
          </p:cNvSpPr>
          <p:nvPr>
            <p:ph type="title" idx="2"/>
          </p:nvPr>
        </p:nvSpPr>
        <p:spPr>
          <a:xfrm>
            <a:off x="3403800" y="3320062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33" name="Google Shape;333;p43"/>
          <p:cNvSpPr txBox="1">
            <a:spLocks noGrp="1"/>
          </p:cNvSpPr>
          <p:nvPr>
            <p:ph type="subTitle" idx="3"/>
          </p:nvPr>
        </p:nvSpPr>
        <p:spPr>
          <a:xfrm>
            <a:off x="3403800" y="4042273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34" name="Google Shape;334;p43"/>
          <p:cNvSpPr txBox="1">
            <a:spLocks noGrp="1"/>
          </p:cNvSpPr>
          <p:nvPr>
            <p:ph type="title" idx="4"/>
          </p:nvPr>
        </p:nvSpPr>
        <p:spPr>
          <a:xfrm>
            <a:off x="5935200" y="3320062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35" name="Google Shape;335;p43"/>
          <p:cNvSpPr txBox="1">
            <a:spLocks noGrp="1"/>
          </p:cNvSpPr>
          <p:nvPr>
            <p:ph type="subTitle" idx="5"/>
          </p:nvPr>
        </p:nvSpPr>
        <p:spPr>
          <a:xfrm>
            <a:off x="5935200" y="4042273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36" name="Google Shape;336;p43"/>
          <p:cNvSpPr txBox="1">
            <a:spLocks noGrp="1"/>
          </p:cNvSpPr>
          <p:nvPr>
            <p:ph type="title" idx="6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8" name="Google Shape;338;p44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339;p44"/>
          <p:cNvGrpSpPr/>
          <p:nvPr/>
        </p:nvGrpSpPr>
        <p:grpSpPr>
          <a:xfrm rot="10800000" flipH="1">
            <a:off x="-1846500" y="-1386399"/>
            <a:ext cx="11304528" cy="8107960"/>
            <a:chOff x="-1846500" y="-1386399"/>
            <a:chExt cx="11304528" cy="8107960"/>
          </a:xfrm>
        </p:grpSpPr>
        <p:pic>
          <p:nvPicPr>
            <p:cNvPr id="340" name="Google Shape;340;p44"/>
            <p:cNvPicPr preferRelativeResize="0"/>
            <p:nvPr/>
          </p:nvPicPr>
          <p:blipFill>
            <a:blip r:embed="rId3" cstate="print">
              <a:alphaModFix amt="27000"/>
            </a:blip>
            <a:stretch>
              <a:fillRect/>
            </a:stretch>
          </p:blipFill>
          <p:spPr>
            <a:xfrm>
              <a:off x="6686275" y="-1386399"/>
              <a:ext cx="2771753" cy="27365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1" name="Google Shape;341;p44"/>
            <p:cNvPicPr preferRelativeResize="0"/>
            <p:nvPr/>
          </p:nvPicPr>
          <p:blipFill>
            <a:blip r:embed="rId4" cstate="print">
              <a:alphaModFix amt="34000"/>
            </a:blip>
            <a:stretch>
              <a:fillRect/>
            </a:stretch>
          </p:blipFill>
          <p:spPr>
            <a:xfrm rot="5203858">
              <a:off x="-1631029" y="3518279"/>
              <a:ext cx="2980001" cy="324629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42" name="Google Shape;342;p44"/>
          <p:cNvSpPr txBox="1">
            <a:spLocks noGrp="1"/>
          </p:cNvSpPr>
          <p:nvPr>
            <p:ph type="title"/>
          </p:nvPr>
        </p:nvSpPr>
        <p:spPr>
          <a:xfrm>
            <a:off x="727925" y="2425524"/>
            <a:ext cx="17979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43" name="Google Shape;343;p44"/>
          <p:cNvSpPr txBox="1">
            <a:spLocks noGrp="1"/>
          </p:cNvSpPr>
          <p:nvPr>
            <p:ph type="subTitle" idx="1"/>
          </p:nvPr>
        </p:nvSpPr>
        <p:spPr>
          <a:xfrm>
            <a:off x="825875" y="3148057"/>
            <a:ext cx="1602000" cy="80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44" name="Google Shape;344;p44"/>
          <p:cNvSpPr txBox="1">
            <a:spLocks noGrp="1"/>
          </p:cNvSpPr>
          <p:nvPr>
            <p:ph type="title" idx="2"/>
          </p:nvPr>
        </p:nvSpPr>
        <p:spPr>
          <a:xfrm>
            <a:off x="4659975" y="2425524"/>
            <a:ext cx="17979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45" name="Google Shape;345;p44"/>
          <p:cNvSpPr txBox="1">
            <a:spLocks noGrp="1"/>
          </p:cNvSpPr>
          <p:nvPr>
            <p:ph type="subTitle" idx="3"/>
          </p:nvPr>
        </p:nvSpPr>
        <p:spPr>
          <a:xfrm>
            <a:off x="4757925" y="3148057"/>
            <a:ext cx="1602000" cy="80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46" name="Google Shape;346;p44"/>
          <p:cNvSpPr txBox="1">
            <a:spLocks noGrp="1"/>
          </p:cNvSpPr>
          <p:nvPr>
            <p:ph type="title" idx="4"/>
          </p:nvPr>
        </p:nvSpPr>
        <p:spPr>
          <a:xfrm>
            <a:off x="2693950" y="2425524"/>
            <a:ext cx="17979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47" name="Google Shape;347;p44"/>
          <p:cNvSpPr txBox="1">
            <a:spLocks noGrp="1"/>
          </p:cNvSpPr>
          <p:nvPr>
            <p:ph type="subTitle" idx="5"/>
          </p:nvPr>
        </p:nvSpPr>
        <p:spPr>
          <a:xfrm>
            <a:off x="2791900" y="3148057"/>
            <a:ext cx="1602000" cy="80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48" name="Google Shape;348;p44"/>
          <p:cNvSpPr txBox="1">
            <a:spLocks noGrp="1"/>
          </p:cNvSpPr>
          <p:nvPr>
            <p:ph type="title" idx="6"/>
          </p:nvPr>
        </p:nvSpPr>
        <p:spPr>
          <a:xfrm>
            <a:off x="6626000" y="2425524"/>
            <a:ext cx="17979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49" name="Google Shape;349;p44"/>
          <p:cNvSpPr txBox="1">
            <a:spLocks noGrp="1"/>
          </p:cNvSpPr>
          <p:nvPr>
            <p:ph type="subTitle" idx="7"/>
          </p:nvPr>
        </p:nvSpPr>
        <p:spPr>
          <a:xfrm>
            <a:off x="6723950" y="3148057"/>
            <a:ext cx="1602000" cy="80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50" name="Google Shape;350;p44"/>
          <p:cNvSpPr txBox="1">
            <a:spLocks noGrp="1"/>
          </p:cNvSpPr>
          <p:nvPr>
            <p:ph type="title" idx="8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2" name="Google Shape;352;p45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353;p45"/>
          <p:cNvGrpSpPr/>
          <p:nvPr/>
        </p:nvGrpSpPr>
        <p:grpSpPr>
          <a:xfrm>
            <a:off x="-891002" y="-1475725"/>
            <a:ext cx="10578908" cy="2929874"/>
            <a:chOff x="-891002" y="-1228775"/>
            <a:chExt cx="10578908" cy="2929874"/>
          </a:xfrm>
        </p:grpSpPr>
        <p:pic>
          <p:nvPicPr>
            <p:cNvPr id="354" name="Google Shape;354;p45"/>
            <p:cNvPicPr preferRelativeResize="0"/>
            <p:nvPr/>
          </p:nvPicPr>
          <p:blipFill>
            <a:blip r:embed="rId3" cstate="print">
              <a:alphaModFix amt="29000"/>
            </a:blip>
            <a:stretch>
              <a:fillRect/>
            </a:stretch>
          </p:blipFill>
          <p:spPr>
            <a:xfrm>
              <a:off x="-891002" y="-1228775"/>
              <a:ext cx="2881223" cy="2929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5" name="Google Shape;355;p45"/>
            <p:cNvPicPr preferRelativeResize="0"/>
            <p:nvPr/>
          </p:nvPicPr>
          <p:blipFill>
            <a:blip r:embed="rId4" cstate="print">
              <a:alphaModFix amt="43000"/>
            </a:blip>
            <a:stretch>
              <a:fillRect/>
            </a:stretch>
          </p:blipFill>
          <p:spPr>
            <a:xfrm rot="4408896">
              <a:off x="7465724" y="-1122075"/>
              <a:ext cx="1486300" cy="26446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56" name="Google Shape;356;p45"/>
          <p:cNvSpPr txBox="1">
            <a:spLocks noGrp="1"/>
          </p:cNvSpPr>
          <p:nvPr>
            <p:ph type="title"/>
          </p:nvPr>
        </p:nvSpPr>
        <p:spPr>
          <a:xfrm>
            <a:off x="720000" y="1663614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57" name="Google Shape;357;p45"/>
          <p:cNvSpPr txBox="1">
            <a:spLocks noGrp="1"/>
          </p:cNvSpPr>
          <p:nvPr>
            <p:ph type="subTitle" idx="1"/>
          </p:nvPr>
        </p:nvSpPr>
        <p:spPr>
          <a:xfrm>
            <a:off x="720000" y="214418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58" name="Google Shape;358;p45"/>
          <p:cNvSpPr txBox="1">
            <a:spLocks noGrp="1"/>
          </p:cNvSpPr>
          <p:nvPr>
            <p:ph type="title" idx="2"/>
          </p:nvPr>
        </p:nvSpPr>
        <p:spPr>
          <a:xfrm>
            <a:off x="3419269" y="1663614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59" name="Google Shape;359;p45"/>
          <p:cNvSpPr txBox="1">
            <a:spLocks noGrp="1"/>
          </p:cNvSpPr>
          <p:nvPr>
            <p:ph type="subTitle" idx="3"/>
          </p:nvPr>
        </p:nvSpPr>
        <p:spPr>
          <a:xfrm>
            <a:off x="3419269" y="214418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0" name="Google Shape;360;p45"/>
          <p:cNvSpPr txBox="1">
            <a:spLocks noGrp="1"/>
          </p:cNvSpPr>
          <p:nvPr>
            <p:ph type="title" idx="4"/>
          </p:nvPr>
        </p:nvSpPr>
        <p:spPr>
          <a:xfrm>
            <a:off x="720000" y="3507753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61" name="Google Shape;361;p45"/>
          <p:cNvSpPr txBox="1">
            <a:spLocks noGrp="1"/>
          </p:cNvSpPr>
          <p:nvPr>
            <p:ph type="subTitle" idx="5"/>
          </p:nvPr>
        </p:nvSpPr>
        <p:spPr>
          <a:xfrm>
            <a:off x="720000" y="398818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2" name="Google Shape;362;p45"/>
          <p:cNvSpPr txBox="1">
            <a:spLocks noGrp="1"/>
          </p:cNvSpPr>
          <p:nvPr>
            <p:ph type="title" idx="6"/>
          </p:nvPr>
        </p:nvSpPr>
        <p:spPr>
          <a:xfrm>
            <a:off x="3419269" y="3507753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63" name="Google Shape;363;p45"/>
          <p:cNvSpPr txBox="1">
            <a:spLocks noGrp="1"/>
          </p:cNvSpPr>
          <p:nvPr>
            <p:ph type="subTitle" idx="7"/>
          </p:nvPr>
        </p:nvSpPr>
        <p:spPr>
          <a:xfrm>
            <a:off x="3419269" y="398818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4" name="Google Shape;364;p45"/>
          <p:cNvSpPr txBox="1">
            <a:spLocks noGrp="1"/>
          </p:cNvSpPr>
          <p:nvPr>
            <p:ph type="title" idx="8"/>
          </p:nvPr>
        </p:nvSpPr>
        <p:spPr>
          <a:xfrm>
            <a:off x="6118545" y="1663614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65" name="Google Shape;365;p45"/>
          <p:cNvSpPr txBox="1">
            <a:spLocks noGrp="1"/>
          </p:cNvSpPr>
          <p:nvPr>
            <p:ph type="subTitle" idx="9"/>
          </p:nvPr>
        </p:nvSpPr>
        <p:spPr>
          <a:xfrm>
            <a:off x="6118545" y="214418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6" name="Google Shape;366;p45"/>
          <p:cNvSpPr txBox="1">
            <a:spLocks noGrp="1"/>
          </p:cNvSpPr>
          <p:nvPr>
            <p:ph type="title" idx="13"/>
          </p:nvPr>
        </p:nvSpPr>
        <p:spPr>
          <a:xfrm>
            <a:off x="6118545" y="3507753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67" name="Google Shape;367;p45"/>
          <p:cNvSpPr txBox="1">
            <a:spLocks noGrp="1"/>
          </p:cNvSpPr>
          <p:nvPr>
            <p:ph type="subTitle" idx="14"/>
          </p:nvPr>
        </p:nvSpPr>
        <p:spPr>
          <a:xfrm>
            <a:off x="6118545" y="398818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8" name="Google Shape;368;p45"/>
          <p:cNvSpPr txBox="1">
            <a:spLocks noGrp="1"/>
          </p:cNvSpPr>
          <p:nvPr>
            <p:ph type="title" idx="15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Title and four columns 1"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0" name="Google Shape;370;p46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371;p46"/>
          <p:cNvGrpSpPr/>
          <p:nvPr/>
        </p:nvGrpSpPr>
        <p:grpSpPr>
          <a:xfrm>
            <a:off x="-1203759" y="-1310750"/>
            <a:ext cx="10783080" cy="7374679"/>
            <a:chOff x="-1203759" y="-1063800"/>
            <a:chExt cx="10783080" cy="7374679"/>
          </a:xfrm>
        </p:grpSpPr>
        <p:pic>
          <p:nvPicPr>
            <p:cNvPr id="372" name="Google Shape;372;p46"/>
            <p:cNvPicPr preferRelativeResize="0"/>
            <p:nvPr/>
          </p:nvPicPr>
          <p:blipFill>
            <a:blip r:embed="rId3" cstate="print">
              <a:alphaModFix amt="29000"/>
            </a:blip>
            <a:stretch>
              <a:fillRect/>
            </a:stretch>
          </p:blipFill>
          <p:spPr>
            <a:xfrm>
              <a:off x="6698098" y="-1063800"/>
              <a:ext cx="2881223" cy="2929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3" name="Google Shape;373;p46"/>
            <p:cNvPicPr preferRelativeResize="0"/>
            <p:nvPr/>
          </p:nvPicPr>
          <p:blipFill>
            <a:blip r:embed="rId4" cstate="print">
              <a:alphaModFix amt="43000"/>
            </a:blip>
            <a:stretch>
              <a:fillRect/>
            </a:stretch>
          </p:blipFill>
          <p:spPr>
            <a:xfrm rot="4408896">
              <a:off x="-467876" y="3900125"/>
              <a:ext cx="1486300" cy="26446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74" name="Google Shape;374;p46"/>
          <p:cNvSpPr txBox="1">
            <a:spLocks noGrp="1"/>
          </p:cNvSpPr>
          <p:nvPr>
            <p:ph type="title"/>
          </p:nvPr>
        </p:nvSpPr>
        <p:spPr>
          <a:xfrm>
            <a:off x="1911900" y="1663614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75" name="Google Shape;375;p46"/>
          <p:cNvSpPr txBox="1">
            <a:spLocks noGrp="1"/>
          </p:cNvSpPr>
          <p:nvPr>
            <p:ph type="subTitle" idx="1"/>
          </p:nvPr>
        </p:nvSpPr>
        <p:spPr>
          <a:xfrm>
            <a:off x="1911900" y="214418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76" name="Google Shape;376;p46"/>
          <p:cNvSpPr txBox="1">
            <a:spLocks noGrp="1"/>
          </p:cNvSpPr>
          <p:nvPr>
            <p:ph type="title" idx="2"/>
          </p:nvPr>
        </p:nvSpPr>
        <p:spPr>
          <a:xfrm>
            <a:off x="4926594" y="1663614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77" name="Google Shape;377;p46"/>
          <p:cNvSpPr txBox="1">
            <a:spLocks noGrp="1"/>
          </p:cNvSpPr>
          <p:nvPr>
            <p:ph type="subTitle" idx="3"/>
          </p:nvPr>
        </p:nvSpPr>
        <p:spPr>
          <a:xfrm>
            <a:off x="4926594" y="214418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78" name="Google Shape;378;p46"/>
          <p:cNvSpPr txBox="1">
            <a:spLocks noGrp="1"/>
          </p:cNvSpPr>
          <p:nvPr>
            <p:ph type="title" idx="4"/>
          </p:nvPr>
        </p:nvSpPr>
        <p:spPr>
          <a:xfrm>
            <a:off x="1911900" y="3507753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79" name="Google Shape;379;p46"/>
          <p:cNvSpPr txBox="1">
            <a:spLocks noGrp="1"/>
          </p:cNvSpPr>
          <p:nvPr>
            <p:ph type="subTitle" idx="5"/>
          </p:nvPr>
        </p:nvSpPr>
        <p:spPr>
          <a:xfrm>
            <a:off x="1911900" y="398818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0" name="Google Shape;380;p46"/>
          <p:cNvSpPr txBox="1">
            <a:spLocks noGrp="1"/>
          </p:cNvSpPr>
          <p:nvPr>
            <p:ph type="title" idx="6"/>
          </p:nvPr>
        </p:nvSpPr>
        <p:spPr>
          <a:xfrm>
            <a:off x="4926594" y="3507753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81" name="Google Shape;381;p46"/>
          <p:cNvSpPr txBox="1">
            <a:spLocks noGrp="1"/>
          </p:cNvSpPr>
          <p:nvPr>
            <p:ph type="subTitle" idx="7"/>
          </p:nvPr>
        </p:nvSpPr>
        <p:spPr>
          <a:xfrm>
            <a:off x="4926594" y="398818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2" name="Google Shape;382;p46"/>
          <p:cNvSpPr txBox="1">
            <a:spLocks noGrp="1"/>
          </p:cNvSpPr>
          <p:nvPr>
            <p:ph type="title" idx="8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2">
  <p:cSld name="Title and four columns 2"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7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85" name="Google Shape;385;p47"/>
          <p:cNvSpPr txBox="1">
            <a:spLocks noGrp="1"/>
          </p:cNvSpPr>
          <p:nvPr>
            <p:ph type="title" idx="2"/>
          </p:nvPr>
        </p:nvSpPr>
        <p:spPr>
          <a:xfrm>
            <a:off x="1104350" y="1345700"/>
            <a:ext cx="28356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86" name="Google Shape;386;p47"/>
          <p:cNvSpPr txBox="1">
            <a:spLocks noGrp="1"/>
          </p:cNvSpPr>
          <p:nvPr>
            <p:ph type="subTitle" idx="1"/>
          </p:nvPr>
        </p:nvSpPr>
        <p:spPr>
          <a:xfrm>
            <a:off x="716550" y="1905550"/>
            <a:ext cx="3744600" cy="97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7" name="Google Shape;387;p47"/>
          <p:cNvSpPr txBox="1">
            <a:spLocks noGrp="1"/>
          </p:cNvSpPr>
          <p:nvPr>
            <p:ph type="title" idx="3"/>
          </p:nvPr>
        </p:nvSpPr>
        <p:spPr>
          <a:xfrm>
            <a:off x="5137350" y="1345700"/>
            <a:ext cx="28356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88" name="Google Shape;388;p47"/>
          <p:cNvSpPr txBox="1">
            <a:spLocks noGrp="1"/>
          </p:cNvSpPr>
          <p:nvPr>
            <p:ph type="subTitle" idx="4"/>
          </p:nvPr>
        </p:nvSpPr>
        <p:spPr>
          <a:xfrm>
            <a:off x="4682850" y="1905550"/>
            <a:ext cx="3744600" cy="97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9" name="Google Shape;389;p47"/>
          <p:cNvSpPr txBox="1">
            <a:spLocks noGrp="1"/>
          </p:cNvSpPr>
          <p:nvPr>
            <p:ph type="title" idx="5"/>
          </p:nvPr>
        </p:nvSpPr>
        <p:spPr>
          <a:xfrm>
            <a:off x="1104350" y="2974525"/>
            <a:ext cx="28356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90" name="Google Shape;390;p47"/>
          <p:cNvSpPr txBox="1">
            <a:spLocks noGrp="1"/>
          </p:cNvSpPr>
          <p:nvPr>
            <p:ph type="subTitle" idx="6"/>
          </p:nvPr>
        </p:nvSpPr>
        <p:spPr>
          <a:xfrm>
            <a:off x="716550" y="3534375"/>
            <a:ext cx="3744600" cy="97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91" name="Google Shape;391;p47"/>
          <p:cNvSpPr txBox="1">
            <a:spLocks noGrp="1"/>
          </p:cNvSpPr>
          <p:nvPr>
            <p:ph type="title" idx="7"/>
          </p:nvPr>
        </p:nvSpPr>
        <p:spPr>
          <a:xfrm>
            <a:off x="5137350" y="2974525"/>
            <a:ext cx="28356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92" name="Google Shape;392;p47"/>
          <p:cNvSpPr txBox="1">
            <a:spLocks noGrp="1"/>
          </p:cNvSpPr>
          <p:nvPr>
            <p:ph type="subTitle" idx="8"/>
          </p:nvPr>
        </p:nvSpPr>
        <p:spPr>
          <a:xfrm>
            <a:off x="4682850" y="3534375"/>
            <a:ext cx="3744600" cy="97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2" name="Google Shape;393;p47"/>
          <p:cNvGrpSpPr/>
          <p:nvPr/>
        </p:nvGrpSpPr>
        <p:grpSpPr>
          <a:xfrm rot="10800000" flipH="1">
            <a:off x="-891002" y="-794254"/>
            <a:ext cx="10578908" cy="3143404"/>
            <a:chOff x="-891002" y="-1020125"/>
            <a:chExt cx="10578908" cy="3143404"/>
          </a:xfrm>
        </p:grpSpPr>
        <p:pic>
          <p:nvPicPr>
            <p:cNvPr id="394" name="Google Shape;394;p47"/>
            <p:cNvPicPr preferRelativeResize="0"/>
            <p:nvPr/>
          </p:nvPicPr>
          <p:blipFill>
            <a:blip r:embed="rId2" cstate="print">
              <a:alphaModFix amt="29000"/>
            </a:blip>
            <a:stretch>
              <a:fillRect/>
            </a:stretch>
          </p:blipFill>
          <p:spPr>
            <a:xfrm>
              <a:off x="-891002" y="-1020125"/>
              <a:ext cx="2881223" cy="2929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5" name="Google Shape;395;p47"/>
            <p:cNvPicPr preferRelativeResize="0"/>
            <p:nvPr/>
          </p:nvPicPr>
          <p:blipFill>
            <a:blip r:embed="rId3" cstate="print">
              <a:alphaModFix amt="43000"/>
            </a:blip>
            <a:stretch>
              <a:fillRect/>
            </a:stretch>
          </p:blipFill>
          <p:spPr>
            <a:xfrm rot="4408896">
              <a:off x="7465724" y="-287475"/>
              <a:ext cx="1486300" cy="264462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ive columns">
  <p:cSld name="Title and five columns"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48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 rot="10800000"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398;p48"/>
          <p:cNvGrpSpPr/>
          <p:nvPr/>
        </p:nvGrpSpPr>
        <p:grpSpPr>
          <a:xfrm rot="10800000" flipH="1">
            <a:off x="-891002" y="3689351"/>
            <a:ext cx="10578908" cy="2929874"/>
            <a:chOff x="-891002" y="-1228775"/>
            <a:chExt cx="10578908" cy="2929874"/>
          </a:xfrm>
        </p:grpSpPr>
        <p:pic>
          <p:nvPicPr>
            <p:cNvPr id="399" name="Google Shape;399;p48"/>
            <p:cNvPicPr preferRelativeResize="0"/>
            <p:nvPr/>
          </p:nvPicPr>
          <p:blipFill>
            <a:blip r:embed="rId3" cstate="print">
              <a:alphaModFix amt="29000"/>
            </a:blip>
            <a:stretch>
              <a:fillRect/>
            </a:stretch>
          </p:blipFill>
          <p:spPr>
            <a:xfrm>
              <a:off x="-891002" y="-1228775"/>
              <a:ext cx="2881223" cy="2929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0" name="Google Shape;400;p48"/>
            <p:cNvPicPr preferRelativeResize="0"/>
            <p:nvPr/>
          </p:nvPicPr>
          <p:blipFill>
            <a:blip r:embed="rId4" cstate="print">
              <a:alphaModFix amt="43000"/>
            </a:blip>
            <a:stretch>
              <a:fillRect/>
            </a:stretch>
          </p:blipFill>
          <p:spPr>
            <a:xfrm rot="4408896">
              <a:off x="7465724" y="-1122075"/>
              <a:ext cx="1486300" cy="26446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01" name="Google Shape;401;p48"/>
          <p:cNvSpPr txBox="1">
            <a:spLocks noGrp="1"/>
          </p:cNvSpPr>
          <p:nvPr>
            <p:ph type="title"/>
          </p:nvPr>
        </p:nvSpPr>
        <p:spPr>
          <a:xfrm>
            <a:off x="720000" y="1762539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02" name="Google Shape;402;p48"/>
          <p:cNvSpPr txBox="1">
            <a:spLocks noGrp="1"/>
          </p:cNvSpPr>
          <p:nvPr>
            <p:ph type="subTitle" idx="1"/>
          </p:nvPr>
        </p:nvSpPr>
        <p:spPr>
          <a:xfrm>
            <a:off x="720000" y="2243110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03" name="Google Shape;403;p48"/>
          <p:cNvSpPr txBox="1">
            <a:spLocks noGrp="1"/>
          </p:cNvSpPr>
          <p:nvPr>
            <p:ph type="title" idx="2"/>
          </p:nvPr>
        </p:nvSpPr>
        <p:spPr>
          <a:xfrm>
            <a:off x="3419269" y="1762539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04" name="Google Shape;404;p48"/>
          <p:cNvSpPr txBox="1">
            <a:spLocks noGrp="1"/>
          </p:cNvSpPr>
          <p:nvPr>
            <p:ph type="subTitle" idx="3"/>
          </p:nvPr>
        </p:nvSpPr>
        <p:spPr>
          <a:xfrm>
            <a:off x="3419269" y="2243110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05" name="Google Shape;405;p48"/>
          <p:cNvSpPr txBox="1">
            <a:spLocks noGrp="1"/>
          </p:cNvSpPr>
          <p:nvPr>
            <p:ph type="title" idx="4"/>
          </p:nvPr>
        </p:nvSpPr>
        <p:spPr>
          <a:xfrm>
            <a:off x="2069638" y="3507753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06" name="Google Shape;406;p48"/>
          <p:cNvSpPr txBox="1">
            <a:spLocks noGrp="1"/>
          </p:cNvSpPr>
          <p:nvPr>
            <p:ph type="subTitle" idx="5"/>
          </p:nvPr>
        </p:nvSpPr>
        <p:spPr>
          <a:xfrm>
            <a:off x="2069638" y="398818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07" name="Google Shape;407;p48"/>
          <p:cNvSpPr txBox="1">
            <a:spLocks noGrp="1"/>
          </p:cNvSpPr>
          <p:nvPr>
            <p:ph type="title" idx="6"/>
          </p:nvPr>
        </p:nvSpPr>
        <p:spPr>
          <a:xfrm>
            <a:off x="4768907" y="3507753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08" name="Google Shape;408;p48"/>
          <p:cNvSpPr txBox="1">
            <a:spLocks noGrp="1"/>
          </p:cNvSpPr>
          <p:nvPr>
            <p:ph type="subTitle" idx="7"/>
          </p:nvPr>
        </p:nvSpPr>
        <p:spPr>
          <a:xfrm>
            <a:off x="4768907" y="398818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09" name="Google Shape;409;p48"/>
          <p:cNvSpPr txBox="1">
            <a:spLocks noGrp="1"/>
          </p:cNvSpPr>
          <p:nvPr>
            <p:ph type="title" idx="8"/>
          </p:nvPr>
        </p:nvSpPr>
        <p:spPr>
          <a:xfrm>
            <a:off x="6118545" y="1762539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10" name="Google Shape;410;p48"/>
          <p:cNvSpPr txBox="1">
            <a:spLocks noGrp="1"/>
          </p:cNvSpPr>
          <p:nvPr>
            <p:ph type="subTitle" idx="9"/>
          </p:nvPr>
        </p:nvSpPr>
        <p:spPr>
          <a:xfrm>
            <a:off x="6118545" y="2243110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11" name="Google Shape;411;p48"/>
          <p:cNvSpPr txBox="1">
            <a:spLocks noGrp="1"/>
          </p:cNvSpPr>
          <p:nvPr>
            <p:ph type="title" idx="13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3" name="Google Shape;413;p49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49"/>
          <p:cNvSpPr txBox="1">
            <a:spLocks noGrp="1"/>
          </p:cNvSpPr>
          <p:nvPr>
            <p:ph type="title" hasCustomPrompt="1"/>
          </p:nvPr>
        </p:nvSpPr>
        <p:spPr>
          <a:xfrm>
            <a:off x="1312156" y="1997213"/>
            <a:ext cx="6561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15" name="Google Shape;415;p49"/>
          <p:cNvSpPr txBox="1">
            <a:spLocks noGrp="1"/>
          </p:cNvSpPr>
          <p:nvPr>
            <p:ph type="subTitle" idx="1"/>
          </p:nvPr>
        </p:nvSpPr>
        <p:spPr>
          <a:xfrm>
            <a:off x="1312225" y="4188588"/>
            <a:ext cx="6561900" cy="3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16" name="Google Shape;416;p49"/>
          <p:cNvSpPr txBox="1">
            <a:spLocks noGrp="1"/>
          </p:cNvSpPr>
          <p:nvPr>
            <p:ph type="title" idx="2" hasCustomPrompt="1"/>
          </p:nvPr>
        </p:nvSpPr>
        <p:spPr>
          <a:xfrm>
            <a:off x="1312144" y="3417513"/>
            <a:ext cx="6561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17" name="Google Shape;417;p49"/>
          <p:cNvSpPr txBox="1">
            <a:spLocks noGrp="1"/>
          </p:cNvSpPr>
          <p:nvPr>
            <p:ph type="subTitle" idx="3"/>
          </p:nvPr>
        </p:nvSpPr>
        <p:spPr>
          <a:xfrm>
            <a:off x="1312175" y="1289513"/>
            <a:ext cx="6561900" cy="3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18" name="Google Shape;418;p49"/>
          <p:cNvSpPr txBox="1">
            <a:spLocks noGrp="1"/>
          </p:cNvSpPr>
          <p:nvPr>
            <p:ph type="title" idx="4" hasCustomPrompt="1"/>
          </p:nvPr>
        </p:nvSpPr>
        <p:spPr>
          <a:xfrm>
            <a:off x="1312181" y="576913"/>
            <a:ext cx="6561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19" name="Google Shape;419;p49"/>
          <p:cNvSpPr txBox="1">
            <a:spLocks noGrp="1"/>
          </p:cNvSpPr>
          <p:nvPr>
            <p:ph type="subTitle" idx="5"/>
          </p:nvPr>
        </p:nvSpPr>
        <p:spPr>
          <a:xfrm>
            <a:off x="1312225" y="2709813"/>
            <a:ext cx="6561900" cy="3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2" name="Google Shape;420;p49"/>
          <p:cNvGrpSpPr/>
          <p:nvPr/>
        </p:nvGrpSpPr>
        <p:grpSpPr>
          <a:xfrm>
            <a:off x="-1956832" y="-1968099"/>
            <a:ext cx="12940132" cy="7885148"/>
            <a:chOff x="-1956832" y="-1968099"/>
            <a:chExt cx="12940132" cy="7885148"/>
          </a:xfrm>
        </p:grpSpPr>
        <p:pic>
          <p:nvPicPr>
            <p:cNvPr id="421" name="Google Shape;421;p49"/>
            <p:cNvPicPr preferRelativeResize="0"/>
            <p:nvPr/>
          </p:nvPicPr>
          <p:blipFill>
            <a:blip r:embed="rId3" cstate="print">
              <a:alphaModFix amt="23000"/>
            </a:blip>
            <a:stretch>
              <a:fillRect/>
            </a:stretch>
          </p:blipFill>
          <p:spPr>
            <a:xfrm rot="-9618045">
              <a:off x="-1253698" y="364923"/>
              <a:ext cx="3030302" cy="46980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2" name="Google Shape;422;p49"/>
            <p:cNvPicPr preferRelativeResize="0"/>
            <p:nvPr/>
          </p:nvPicPr>
          <p:blipFill>
            <a:blip r:embed="rId4" cstate="print">
              <a:alphaModFix amt="29000"/>
            </a:blip>
            <a:stretch>
              <a:fillRect/>
            </a:stretch>
          </p:blipFill>
          <p:spPr>
            <a:xfrm>
              <a:off x="7260176" y="-1968099"/>
              <a:ext cx="3723124" cy="788514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3">
  <p:cSld name="Numbers and text 3"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4" name="Google Shape;424;p50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50"/>
          <p:cNvSpPr txBox="1">
            <a:spLocks noGrp="1"/>
          </p:cNvSpPr>
          <p:nvPr>
            <p:ph type="title" hasCustomPrompt="1"/>
          </p:nvPr>
        </p:nvSpPr>
        <p:spPr>
          <a:xfrm>
            <a:off x="1991075" y="2828050"/>
            <a:ext cx="5204100" cy="82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426" name="Google Shape;426;p50"/>
          <p:cNvSpPr txBox="1">
            <a:spLocks noGrp="1"/>
          </p:cNvSpPr>
          <p:nvPr>
            <p:ph type="subTitle" idx="1"/>
          </p:nvPr>
        </p:nvSpPr>
        <p:spPr>
          <a:xfrm>
            <a:off x="1991091" y="1937350"/>
            <a:ext cx="5204100" cy="3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27" name="Google Shape;427;p50"/>
          <p:cNvSpPr txBox="1">
            <a:spLocks noGrp="1"/>
          </p:cNvSpPr>
          <p:nvPr>
            <p:ph type="title" idx="2" hasCustomPrompt="1"/>
          </p:nvPr>
        </p:nvSpPr>
        <p:spPr>
          <a:xfrm>
            <a:off x="1991100" y="1019650"/>
            <a:ext cx="5204100" cy="82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428" name="Google Shape;428;p50"/>
          <p:cNvSpPr txBox="1">
            <a:spLocks noGrp="1"/>
          </p:cNvSpPr>
          <p:nvPr>
            <p:ph type="subTitle" idx="3"/>
          </p:nvPr>
        </p:nvSpPr>
        <p:spPr>
          <a:xfrm>
            <a:off x="1991130" y="3745850"/>
            <a:ext cx="5204100" cy="3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429" name="Google Shape;429;p50"/>
          <p:cNvPicPr preferRelativeResize="0"/>
          <p:nvPr/>
        </p:nvPicPr>
        <p:blipFill>
          <a:blip r:embed="rId3" cstate="print">
            <a:alphaModFix amt="23000"/>
          </a:blip>
          <a:stretch>
            <a:fillRect/>
          </a:stretch>
        </p:blipFill>
        <p:spPr>
          <a:xfrm rot="-1181955" flipH="1">
            <a:off x="-1253698" y="-1113975"/>
            <a:ext cx="3030302" cy="469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50"/>
          <p:cNvPicPr preferRelativeResize="0"/>
          <p:nvPr/>
        </p:nvPicPr>
        <p:blipFill>
          <a:blip r:embed="rId3" cstate="print">
            <a:alphaModFix amt="23000"/>
          </a:blip>
          <a:stretch>
            <a:fillRect/>
          </a:stretch>
        </p:blipFill>
        <p:spPr>
          <a:xfrm rot="2567899" flipH="1">
            <a:off x="7747451" y="1912351"/>
            <a:ext cx="3030303" cy="4698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Numbers and text 1"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2" name="Google Shape;432;p51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51"/>
          <p:cNvSpPr txBox="1">
            <a:spLocks noGrp="1"/>
          </p:cNvSpPr>
          <p:nvPr>
            <p:ph type="title" hasCustomPrompt="1"/>
          </p:nvPr>
        </p:nvSpPr>
        <p:spPr>
          <a:xfrm>
            <a:off x="3331628" y="1815466"/>
            <a:ext cx="24807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34" name="Google Shape;434;p51"/>
          <p:cNvSpPr txBox="1">
            <a:spLocks noGrp="1"/>
          </p:cNvSpPr>
          <p:nvPr>
            <p:ph type="subTitle" idx="1"/>
          </p:nvPr>
        </p:nvSpPr>
        <p:spPr>
          <a:xfrm>
            <a:off x="6195725" y="3030175"/>
            <a:ext cx="19857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35" name="Google Shape;435;p51"/>
          <p:cNvSpPr txBox="1">
            <a:spLocks noGrp="1"/>
          </p:cNvSpPr>
          <p:nvPr>
            <p:ph type="title" idx="2" hasCustomPrompt="1"/>
          </p:nvPr>
        </p:nvSpPr>
        <p:spPr>
          <a:xfrm>
            <a:off x="5948173" y="1815454"/>
            <a:ext cx="24807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36" name="Google Shape;436;p51"/>
          <p:cNvSpPr txBox="1">
            <a:spLocks noGrp="1"/>
          </p:cNvSpPr>
          <p:nvPr>
            <p:ph type="subTitle" idx="3"/>
          </p:nvPr>
        </p:nvSpPr>
        <p:spPr>
          <a:xfrm>
            <a:off x="962612" y="3030175"/>
            <a:ext cx="19857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37" name="Google Shape;437;p51"/>
          <p:cNvSpPr txBox="1">
            <a:spLocks noGrp="1"/>
          </p:cNvSpPr>
          <p:nvPr>
            <p:ph type="title" idx="4" hasCustomPrompt="1"/>
          </p:nvPr>
        </p:nvSpPr>
        <p:spPr>
          <a:xfrm>
            <a:off x="715112" y="1844691"/>
            <a:ext cx="24807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38" name="Google Shape;438;p51"/>
          <p:cNvSpPr txBox="1">
            <a:spLocks noGrp="1"/>
          </p:cNvSpPr>
          <p:nvPr>
            <p:ph type="subTitle" idx="5"/>
          </p:nvPr>
        </p:nvSpPr>
        <p:spPr>
          <a:xfrm>
            <a:off x="3579162" y="3030175"/>
            <a:ext cx="19857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2" name="Google Shape;439;p51"/>
          <p:cNvGrpSpPr/>
          <p:nvPr/>
        </p:nvGrpSpPr>
        <p:grpSpPr>
          <a:xfrm>
            <a:off x="-1923024" y="-1968099"/>
            <a:ext cx="13199162" cy="7885148"/>
            <a:chOff x="-1923024" y="-1968099"/>
            <a:chExt cx="13199162" cy="7885148"/>
          </a:xfrm>
        </p:grpSpPr>
        <p:pic>
          <p:nvPicPr>
            <p:cNvPr id="440" name="Google Shape;440;p51"/>
            <p:cNvPicPr preferRelativeResize="0"/>
            <p:nvPr/>
          </p:nvPicPr>
          <p:blipFill>
            <a:blip r:embed="rId3" cstate="print">
              <a:alphaModFix amt="23000"/>
            </a:blip>
            <a:stretch>
              <a:fillRect/>
            </a:stretch>
          </p:blipFill>
          <p:spPr>
            <a:xfrm rot="-9618045">
              <a:off x="7542702" y="364923"/>
              <a:ext cx="3030302" cy="46980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1" name="Google Shape;441;p51"/>
            <p:cNvPicPr preferRelativeResize="0"/>
            <p:nvPr/>
          </p:nvPicPr>
          <p:blipFill>
            <a:blip r:embed="rId4" cstate="print">
              <a:alphaModFix amt="29000"/>
            </a:blip>
            <a:stretch>
              <a:fillRect/>
            </a:stretch>
          </p:blipFill>
          <p:spPr>
            <a:xfrm>
              <a:off x="-1923024" y="-1968099"/>
              <a:ext cx="3723124" cy="788514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42" name="Google Shape;442;p51"/>
          <p:cNvSpPr txBox="1">
            <a:spLocks noGrp="1"/>
          </p:cNvSpPr>
          <p:nvPr>
            <p:ph type="subTitle" idx="6"/>
          </p:nvPr>
        </p:nvSpPr>
        <p:spPr>
          <a:xfrm>
            <a:off x="6195725" y="3761146"/>
            <a:ext cx="1985700" cy="70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43" name="Google Shape;443;p51"/>
          <p:cNvSpPr txBox="1">
            <a:spLocks noGrp="1"/>
          </p:cNvSpPr>
          <p:nvPr>
            <p:ph type="subTitle" idx="7"/>
          </p:nvPr>
        </p:nvSpPr>
        <p:spPr>
          <a:xfrm>
            <a:off x="962612" y="3761145"/>
            <a:ext cx="1985700" cy="70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44" name="Google Shape;444;p51"/>
          <p:cNvSpPr txBox="1">
            <a:spLocks noGrp="1"/>
          </p:cNvSpPr>
          <p:nvPr>
            <p:ph type="subTitle" idx="8"/>
          </p:nvPr>
        </p:nvSpPr>
        <p:spPr>
          <a:xfrm>
            <a:off x="3579162" y="3761147"/>
            <a:ext cx="1985700" cy="70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45" name="Google Shape;445;p51"/>
          <p:cNvSpPr txBox="1">
            <a:spLocks noGrp="1"/>
          </p:cNvSpPr>
          <p:nvPr>
            <p:ph type="title" idx="9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2">
  <p:cSld name="Numbers and text 2"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7" name="Google Shape;447;p52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 rot="10800000">
            <a:off x="-11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52"/>
          <p:cNvSpPr txBox="1">
            <a:spLocks noGrp="1"/>
          </p:cNvSpPr>
          <p:nvPr>
            <p:ph type="title" hasCustomPrompt="1"/>
          </p:nvPr>
        </p:nvSpPr>
        <p:spPr>
          <a:xfrm>
            <a:off x="715101" y="2145000"/>
            <a:ext cx="1293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49" name="Google Shape;449;p52"/>
          <p:cNvSpPr txBox="1">
            <a:spLocks noGrp="1"/>
          </p:cNvSpPr>
          <p:nvPr>
            <p:ph type="subTitle" idx="1"/>
          </p:nvPr>
        </p:nvSpPr>
        <p:spPr>
          <a:xfrm>
            <a:off x="4889626" y="1344850"/>
            <a:ext cx="16254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50" name="Google Shape;450;p52"/>
          <p:cNvSpPr txBox="1">
            <a:spLocks noGrp="1"/>
          </p:cNvSpPr>
          <p:nvPr>
            <p:ph type="title" idx="2" hasCustomPrompt="1"/>
          </p:nvPr>
        </p:nvSpPr>
        <p:spPr>
          <a:xfrm>
            <a:off x="715106" y="1344838"/>
            <a:ext cx="1293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51" name="Google Shape;451;p52"/>
          <p:cNvSpPr txBox="1">
            <a:spLocks noGrp="1"/>
          </p:cNvSpPr>
          <p:nvPr>
            <p:ph type="subTitle" idx="3"/>
          </p:nvPr>
        </p:nvSpPr>
        <p:spPr>
          <a:xfrm>
            <a:off x="4889626" y="2145009"/>
            <a:ext cx="16254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2" name="Google Shape;452;p52"/>
          <p:cNvGrpSpPr/>
          <p:nvPr/>
        </p:nvGrpSpPr>
        <p:grpSpPr>
          <a:xfrm rot="10800000">
            <a:off x="-2743074" y="-793849"/>
            <a:ext cx="13820262" cy="7885148"/>
            <a:chOff x="-1923024" y="-1968099"/>
            <a:chExt cx="13820262" cy="7885148"/>
          </a:xfrm>
        </p:grpSpPr>
        <p:pic>
          <p:nvPicPr>
            <p:cNvPr id="453" name="Google Shape;453;p52"/>
            <p:cNvPicPr preferRelativeResize="0"/>
            <p:nvPr/>
          </p:nvPicPr>
          <p:blipFill>
            <a:blip r:embed="rId3" cstate="print">
              <a:alphaModFix amt="23000"/>
            </a:blip>
            <a:stretch>
              <a:fillRect/>
            </a:stretch>
          </p:blipFill>
          <p:spPr>
            <a:xfrm rot="-9618045">
              <a:off x="8163802" y="515323"/>
              <a:ext cx="3030302" cy="46980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4" name="Google Shape;454;p52"/>
            <p:cNvPicPr preferRelativeResize="0"/>
            <p:nvPr/>
          </p:nvPicPr>
          <p:blipFill>
            <a:blip r:embed="rId4" cstate="print">
              <a:alphaModFix amt="29000"/>
            </a:blip>
            <a:stretch>
              <a:fillRect/>
            </a:stretch>
          </p:blipFill>
          <p:spPr>
            <a:xfrm>
              <a:off x="-1923024" y="-1968099"/>
              <a:ext cx="3723124" cy="788514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55" name="Google Shape;455;p52"/>
          <p:cNvSpPr txBox="1">
            <a:spLocks noGrp="1"/>
          </p:cNvSpPr>
          <p:nvPr>
            <p:ph type="subTitle" idx="4"/>
          </p:nvPr>
        </p:nvSpPr>
        <p:spPr>
          <a:xfrm>
            <a:off x="6515000" y="1344838"/>
            <a:ext cx="1908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56" name="Google Shape;456;p52"/>
          <p:cNvSpPr txBox="1">
            <a:spLocks noGrp="1"/>
          </p:cNvSpPr>
          <p:nvPr>
            <p:ph type="subTitle" idx="5"/>
          </p:nvPr>
        </p:nvSpPr>
        <p:spPr>
          <a:xfrm>
            <a:off x="6515000" y="2145000"/>
            <a:ext cx="1908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57" name="Google Shape;457;p52"/>
          <p:cNvSpPr txBox="1">
            <a:spLocks noGrp="1"/>
          </p:cNvSpPr>
          <p:nvPr>
            <p:ph type="title" idx="6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58" name="Google Shape;458;p52"/>
          <p:cNvSpPr txBox="1">
            <a:spLocks noGrp="1"/>
          </p:cNvSpPr>
          <p:nvPr>
            <p:ph type="title" idx="7" hasCustomPrompt="1"/>
          </p:nvPr>
        </p:nvSpPr>
        <p:spPr>
          <a:xfrm>
            <a:off x="715101" y="2945150"/>
            <a:ext cx="1293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59" name="Google Shape;459;p52"/>
          <p:cNvSpPr txBox="1">
            <a:spLocks noGrp="1"/>
          </p:cNvSpPr>
          <p:nvPr>
            <p:ph type="subTitle" idx="8"/>
          </p:nvPr>
        </p:nvSpPr>
        <p:spPr>
          <a:xfrm>
            <a:off x="4889626" y="2945155"/>
            <a:ext cx="16254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60" name="Google Shape;460;p52"/>
          <p:cNvSpPr txBox="1">
            <a:spLocks noGrp="1"/>
          </p:cNvSpPr>
          <p:nvPr>
            <p:ph type="subTitle" idx="9"/>
          </p:nvPr>
        </p:nvSpPr>
        <p:spPr>
          <a:xfrm>
            <a:off x="6515000" y="2945150"/>
            <a:ext cx="1908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61" name="Google Shape;461;p52"/>
          <p:cNvSpPr txBox="1">
            <a:spLocks noGrp="1"/>
          </p:cNvSpPr>
          <p:nvPr>
            <p:ph type="title" idx="13" hasCustomPrompt="1"/>
          </p:nvPr>
        </p:nvSpPr>
        <p:spPr>
          <a:xfrm>
            <a:off x="715101" y="3745300"/>
            <a:ext cx="1293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62" name="Google Shape;462;p52"/>
          <p:cNvSpPr txBox="1">
            <a:spLocks noGrp="1"/>
          </p:cNvSpPr>
          <p:nvPr>
            <p:ph type="subTitle" idx="14"/>
          </p:nvPr>
        </p:nvSpPr>
        <p:spPr>
          <a:xfrm>
            <a:off x="4889626" y="3745301"/>
            <a:ext cx="16254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63" name="Google Shape;463;p52"/>
          <p:cNvSpPr txBox="1">
            <a:spLocks noGrp="1"/>
          </p:cNvSpPr>
          <p:nvPr>
            <p:ph type="subTitle" idx="15"/>
          </p:nvPr>
        </p:nvSpPr>
        <p:spPr>
          <a:xfrm>
            <a:off x="6515000" y="3745300"/>
            <a:ext cx="1908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3">
  <p:cSld name="Title and four columns 3"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53"/>
          <p:cNvSpPr txBox="1">
            <a:spLocks noGrp="1"/>
          </p:cNvSpPr>
          <p:nvPr>
            <p:ph type="title"/>
          </p:nvPr>
        </p:nvSpPr>
        <p:spPr>
          <a:xfrm>
            <a:off x="715050" y="535000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66" name="Google Shape;466;p53"/>
          <p:cNvSpPr txBox="1">
            <a:spLocks noGrp="1"/>
          </p:cNvSpPr>
          <p:nvPr>
            <p:ph type="title" idx="2"/>
          </p:nvPr>
        </p:nvSpPr>
        <p:spPr>
          <a:xfrm>
            <a:off x="883625" y="1489075"/>
            <a:ext cx="170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67" name="Google Shape;467;p53"/>
          <p:cNvSpPr txBox="1">
            <a:spLocks noGrp="1"/>
          </p:cNvSpPr>
          <p:nvPr>
            <p:ph type="subTitle" idx="1"/>
          </p:nvPr>
        </p:nvSpPr>
        <p:spPr>
          <a:xfrm>
            <a:off x="3080450" y="1489075"/>
            <a:ext cx="37827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68" name="Google Shape;468;p53"/>
          <p:cNvSpPr txBox="1">
            <a:spLocks noGrp="1"/>
          </p:cNvSpPr>
          <p:nvPr>
            <p:ph type="title" idx="3"/>
          </p:nvPr>
        </p:nvSpPr>
        <p:spPr>
          <a:xfrm>
            <a:off x="883625" y="2307900"/>
            <a:ext cx="170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69" name="Google Shape;469;p53"/>
          <p:cNvSpPr txBox="1">
            <a:spLocks noGrp="1"/>
          </p:cNvSpPr>
          <p:nvPr>
            <p:ph type="subTitle" idx="4"/>
          </p:nvPr>
        </p:nvSpPr>
        <p:spPr>
          <a:xfrm>
            <a:off x="3080450" y="2307900"/>
            <a:ext cx="37827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70" name="Google Shape;470;p53"/>
          <p:cNvSpPr txBox="1">
            <a:spLocks noGrp="1"/>
          </p:cNvSpPr>
          <p:nvPr>
            <p:ph type="title" idx="5"/>
          </p:nvPr>
        </p:nvSpPr>
        <p:spPr>
          <a:xfrm>
            <a:off x="883625" y="3126725"/>
            <a:ext cx="170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71" name="Google Shape;471;p53"/>
          <p:cNvSpPr txBox="1">
            <a:spLocks noGrp="1"/>
          </p:cNvSpPr>
          <p:nvPr>
            <p:ph type="subTitle" idx="6"/>
          </p:nvPr>
        </p:nvSpPr>
        <p:spPr>
          <a:xfrm>
            <a:off x="3080450" y="3126725"/>
            <a:ext cx="37827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72" name="Google Shape;472;p53"/>
          <p:cNvSpPr txBox="1">
            <a:spLocks noGrp="1"/>
          </p:cNvSpPr>
          <p:nvPr>
            <p:ph type="title" idx="7"/>
          </p:nvPr>
        </p:nvSpPr>
        <p:spPr>
          <a:xfrm>
            <a:off x="883625" y="3945550"/>
            <a:ext cx="170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73" name="Google Shape;473;p53"/>
          <p:cNvSpPr txBox="1">
            <a:spLocks noGrp="1"/>
          </p:cNvSpPr>
          <p:nvPr>
            <p:ph type="subTitle" idx="8"/>
          </p:nvPr>
        </p:nvSpPr>
        <p:spPr>
          <a:xfrm>
            <a:off x="3080450" y="3945550"/>
            <a:ext cx="37827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8">
  <p:cSld name="Title and text 8"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5" name="Google Shape;475;p54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 rot="10800000">
            <a:off x="2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6" name="Google Shape;476;p54"/>
          <p:cNvPicPr preferRelativeResize="0"/>
          <p:nvPr/>
        </p:nvPicPr>
        <p:blipFill>
          <a:blip r:embed="rId3" cstate="print">
            <a:alphaModFix amt="16000"/>
          </a:blip>
          <a:stretch>
            <a:fillRect/>
          </a:stretch>
        </p:blipFill>
        <p:spPr>
          <a:xfrm rot="10800000">
            <a:off x="0" y="2027050"/>
            <a:ext cx="9144003" cy="3116462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54"/>
          <p:cNvSpPr txBox="1">
            <a:spLocks noGrp="1"/>
          </p:cNvSpPr>
          <p:nvPr>
            <p:ph type="title"/>
          </p:nvPr>
        </p:nvSpPr>
        <p:spPr>
          <a:xfrm flipH="1">
            <a:off x="2476075" y="1588775"/>
            <a:ext cx="4291200" cy="11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7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78" name="Google Shape;478;p54"/>
          <p:cNvSpPr txBox="1">
            <a:spLocks noGrp="1"/>
          </p:cNvSpPr>
          <p:nvPr>
            <p:ph type="subTitle" idx="1"/>
          </p:nvPr>
        </p:nvSpPr>
        <p:spPr>
          <a:xfrm flipH="1">
            <a:off x="2476075" y="2968230"/>
            <a:ext cx="4291200" cy="58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9">
  <p:cSld name="Title and text 9"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55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 rot="10800000">
            <a:off x="2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55"/>
          <p:cNvSpPr txBox="1">
            <a:spLocks noGrp="1"/>
          </p:cNvSpPr>
          <p:nvPr>
            <p:ph type="title"/>
          </p:nvPr>
        </p:nvSpPr>
        <p:spPr>
          <a:xfrm flipH="1">
            <a:off x="4320775" y="1588775"/>
            <a:ext cx="4110000" cy="11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72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82" name="Google Shape;482;p55"/>
          <p:cNvSpPr txBox="1">
            <a:spLocks noGrp="1"/>
          </p:cNvSpPr>
          <p:nvPr>
            <p:ph type="subTitle" idx="1"/>
          </p:nvPr>
        </p:nvSpPr>
        <p:spPr>
          <a:xfrm flipH="1">
            <a:off x="4320775" y="2968225"/>
            <a:ext cx="4110000" cy="58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2" name="Google Shape;483;p55"/>
          <p:cNvGrpSpPr/>
          <p:nvPr/>
        </p:nvGrpSpPr>
        <p:grpSpPr>
          <a:xfrm rot="10800000" flipH="1">
            <a:off x="-616659" y="-488554"/>
            <a:ext cx="10865580" cy="6700154"/>
            <a:chOff x="-713684" y="-2669900"/>
            <a:chExt cx="10865580" cy="6700154"/>
          </a:xfrm>
        </p:grpSpPr>
        <p:pic>
          <p:nvPicPr>
            <p:cNvPr id="484" name="Google Shape;484;p55"/>
            <p:cNvPicPr preferRelativeResize="0"/>
            <p:nvPr/>
          </p:nvPicPr>
          <p:blipFill>
            <a:blip r:embed="rId3" cstate="print">
              <a:alphaModFix amt="29000"/>
            </a:blip>
            <a:stretch>
              <a:fillRect/>
            </a:stretch>
          </p:blipFill>
          <p:spPr>
            <a:xfrm>
              <a:off x="7270673" y="-2669900"/>
              <a:ext cx="2881223" cy="2929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5" name="Google Shape;485;p55"/>
            <p:cNvPicPr preferRelativeResize="0"/>
            <p:nvPr/>
          </p:nvPicPr>
          <p:blipFill>
            <a:blip r:embed="rId4" cstate="print">
              <a:alphaModFix amt="43000"/>
            </a:blip>
            <a:stretch>
              <a:fillRect/>
            </a:stretch>
          </p:blipFill>
          <p:spPr>
            <a:xfrm rot="4408896">
              <a:off x="22199" y="1619500"/>
              <a:ext cx="1486300" cy="264462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0">
  <p:cSld name="Title and text 10"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7" name="Google Shape;487;p56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 rot="10800000">
            <a:off x="2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56"/>
          <p:cNvSpPr txBox="1">
            <a:spLocks noGrp="1"/>
          </p:cNvSpPr>
          <p:nvPr>
            <p:ph type="title"/>
          </p:nvPr>
        </p:nvSpPr>
        <p:spPr>
          <a:xfrm>
            <a:off x="4408076" y="1740900"/>
            <a:ext cx="2861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89" name="Google Shape;489;p56"/>
          <p:cNvSpPr txBox="1">
            <a:spLocks noGrp="1"/>
          </p:cNvSpPr>
          <p:nvPr>
            <p:ph type="subTitle" idx="1"/>
          </p:nvPr>
        </p:nvSpPr>
        <p:spPr>
          <a:xfrm>
            <a:off x="4408076" y="2313597"/>
            <a:ext cx="2861100" cy="108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2" name="Google Shape;490;p56"/>
          <p:cNvGrpSpPr/>
          <p:nvPr/>
        </p:nvGrpSpPr>
        <p:grpSpPr>
          <a:xfrm rot="10800000">
            <a:off x="-891002" y="3689351"/>
            <a:ext cx="10578908" cy="2929874"/>
            <a:chOff x="-891002" y="-1228775"/>
            <a:chExt cx="10578908" cy="2929874"/>
          </a:xfrm>
        </p:grpSpPr>
        <p:pic>
          <p:nvPicPr>
            <p:cNvPr id="491" name="Google Shape;491;p56"/>
            <p:cNvPicPr preferRelativeResize="0"/>
            <p:nvPr/>
          </p:nvPicPr>
          <p:blipFill>
            <a:blip r:embed="rId3" cstate="print">
              <a:alphaModFix amt="29000"/>
            </a:blip>
            <a:stretch>
              <a:fillRect/>
            </a:stretch>
          </p:blipFill>
          <p:spPr>
            <a:xfrm>
              <a:off x="-891002" y="-1228775"/>
              <a:ext cx="2881223" cy="2929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2" name="Google Shape;492;p56"/>
            <p:cNvPicPr preferRelativeResize="0"/>
            <p:nvPr/>
          </p:nvPicPr>
          <p:blipFill>
            <a:blip r:embed="rId4" cstate="print">
              <a:alphaModFix amt="43000"/>
            </a:blip>
            <a:stretch>
              <a:fillRect/>
            </a:stretch>
          </p:blipFill>
          <p:spPr>
            <a:xfrm rot="4408896">
              <a:off x="7465724" y="-1122075"/>
              <a:ext cx="1486300" cy="264462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5">
  <p:cSld name="Title and text 5"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4" name="Google Shape;494;p57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 rot="10800000">
            <a:off x="3" y="6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5" name="Google Shape;495;p57"/>
          <p:cNvPicPr preferRelativeResize="0"/>
          <p:nvPr/>
        </p:nvPicPr>
        <p:blipFill>
          <a:blip r:embed="rId3" cstate="print">
            <a:alphaModFix amt="16000"/>
          </a:blip>
          <a:stretch>
            <a:fillRect/>
          </a:stretch>
        </p:blipFill>
        <p:spPr>
          <a:xfrm flipH="1">
            <a:off x="0" y="0"/>
            <a:ext cx="9144003" cy="3116462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p57"/>
          <p:cNvSpPr txBox="1">
            <a:spLocks noGrp="1"/>
          </p:cNvSpPr>
          <p:nvPr>
            <p:ph type="subTitle" idx="1"/>
          </p:nvPr>
        </p:nvSpPr>
        <p:spPr>
          <a:xfrm>
            <a:off x="2478875" y="3859275"/>
            <a:ext cx="4186200" cy="74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naheim"/>
              <a:buChar char="○"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97" name="Google Shape;497;p57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9" name="Google Shape;499;p58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0" name="Google Shape;500;p58"/>
          <p:cNvPicPr preferRelativeResize="0"/>
          <p:nvPr/>
        </p:nvPicPr>
        <p:blipFill>
          <a:blip r:embed="rId3" cstate="print">
            <a:alphaModFix amt="30000"/>
          </a:blip>
          <a:stretch>
            <a:fillRect/>
          </a:stretch>
        </p:blipFill>
        <p:spPr>
          <a:xfrm flipH="1">
            <a:off x="-2015" y="-955475"/>
            <a:ext cx="9144003" cy="6098975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58"/>
          <p:cNvSpPr txBox="1">
            <a:spLocks noGrp="1"/>
          </p:cNvSpPr>
          <p:nvPr>
            <p:ph type="ctrTitle"/>
          </p:nvPr>
        </p:nvSpPr>
        <p:spPr>
          <a:xfrm>
            <a:off x="2429950" y="418979"/>
            <a:ext cx="4284000" cy="99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02" name="Google Shape;502;p58"/>
          <p:cNvSpPr txBox="1">
            <a:spLocks noGrp="1"/>
          </p:cNvSpPr>
          <p:nvPr>
            <p:ph type="subTitle" idx="1"/>
          </p:nvPr>
        </p:nvSpPr>
        <p:spPr>
          <a:xfrm>
            <a:off x="2425075" y="1659495"/>
            <a:ext cx="4293900" cy="122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03" name="Google Shape;503;p58"/>
          <p:cNvSpPr txBox="1"/>
          <p:nvPr/>
        </p:nvSpPr>
        <p:spPr>
          <a:xfrm>
            <a:off x="2825850" y="3686879"/>
            <a:ext cx="3492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CREDITS: This presentation template was created by </a:t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Quicksand"/>
                <a:ea typeface="Quicksand"/>
                <a:cs typeface="Quicksand"/>
                <a:sym typeface="Quicksa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, including icons by </a:t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Quicksand"/>
                <a:ea typeface="Quicksand"/>
                <a:cs typeface="Quicksand"/>
                <a:sym typeface="Quicksa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lang="en" sz="1200">
                <a:solidFill>
                  <a:schemeClr val="dk1"/>
                </a:solidFill>
                <a:highlight>
                  <a:srgbClr val="DFDEFC"/>
                </a:highlight>
                <a:latin typeface="Quicksand"/>
                <a:ea typeface="Quicksand"/>
                <a:cs typeface="Quicksand"/>
                <a:sym typeface="Quicksand"/>
              </a:rPr>
              <a:t>and</a:t>
            </a:r>
            <a:r>
              <a:rPr lang="en" sz="12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 infographics &amp; images by </a:t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Quicksand"/>
                <a:ea typeface="Quicksand"/>
                <a:cs typeface="Quicksand"/>
                <a:sym typeface="Quicksand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200">
              <a:solidFill>
                <a:schemeClr val="dk1"/>
              </a:solidFill>
              <a:highlight>
                <a:srgbClr val="DFDEFC"/>
              </a:highlight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5" name="Google Shape;505;p59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7" name="Google Shape;507;p60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508;p60"/>
          <p:cNvGrpSpPr/>
          <p:nvPr/>
        </p:nvGrpSpPr>
        <p:grpSpPr>
          <a:xfrm rot="10800000" flipH="1">
            <a:off x="-1846500" y="-1386399"/>
            <a:ext cx="11304528" cy="8107960"/>
            <a:chOff x="-1846500" y="-1386399"/>
            <a:chExt cx="11304528" cy="8107960"/>
          </a:xfrm>
        </p:grpSpPr>
        <p:pic>
          <p:nvPicPr>
            <p:cNvPr id="509" name="Google Shape;509;p60"/>
            <p:cNvPicPr preferRelativeResize="0"/>
            <p:nvPr/>
          </p:nvPicPr>
          <p:blipFill>
            <a:blip r:embed="rId3" cstate="print">
              <a:alphaModFix amt="35000"/>
            </a:blip>
            <a:stretch>
              <a:fillRect/>
            </a:stretch>
          </p:blipFill>
          <p:spPr>
            <a:xfrm>
              <a:off x="6686275" y="-1386399"/>
              <a:ext cx="2771753" cy="27365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0" name="Google Shape;510;p60"/>
            <p:cNvPicPr preferRelativeResize="0"/>
            <p:nvPr/>
          </p:nvPicPr>
          <p:blipFill>
            <a:blip r:embed="rId4" cstate="print">
              <a:alphaModFix amt="38000"/>
            </a:blip>
            <a:stretch>
              <a:fillRect/>
            </a:stretch>
          </p:blipFill>
          <p:spPr>
            <a:xfrm rot="5203858">
              <a:off x="-1631029" y="3518279"/>
              <a:ext cx="2980001" cy="324629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ackground 2">
    <p:bg>
      <p:bgPr>
        <a:solidFill>
          <a:schemeClr val="accent1"/>
        </a:solidFill>
        <a:effectLst/>
      </p:bgPr>
    </p:bg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" name="Google Shape;512;p61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3" name="Google Shape;513;p61"/>
          <p:cNvPicPr preferRelativeResize="0"/>
          <p:nvPr/>
        </p:nvPicPr>
        <p:blipFill>
          <a:blip r:embed="rId3" cstate="print">
            <a:alphaModFix amt="16000"/>
          </a:blip>
          <a:stretch>
            <a:fillRect/>
          </a:stretch>
        </p:blipFill>
        <p:spPr>
          <a:xfrm rot="10800000" flipH="1">
            <a:off x="0" y="2027045"/>
            <a:ext cx="9144003" cy="31164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Background 3">
    <p:bg>
      <p:bgPr>
        <a:solidFill>
          <a:schemeClr val="lt2"/>
        </a:solidFill>
        <a:effectLst/>
      </p:bgPr>
    </p:bg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5" name="Google Shape;515;p62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516;p62"/>
          <p:cNvGrpSpPr/>
          <p:nvPr/>
        </p:nvGrpSpPr>
        <p:grpSpPr>
          <a:xfrm>
            <a:off x="-1078051" y="-828301"/>
            <a:ext cx="10800649" cy="6495486"/>
            <a:chOff x="-1078051" y="-828301"/>
            <a:chExt cx="10800649" cy="6495486"/>
          </a:xfrm>
        </p:grpSpPr>
        <p:pic>
          <p:nvPicPr>
            <p:cNvPr id="517" name="Google Shape;517;p62"/>
            <p:cNvPicPr preferRelativeResize="0"/>
            <p:nvPr/>
          </p:nvPicPr>
          <p:blipFill>
            <a:blip r:embed="rId3" cstate="print">
              <a:alphaModFix amt="35000"/>
            </a:blip>
            <a:stretch>
              <a:fillRect/>
            </a:stretch>
          </p:blipFill>
          <p:spPr>
            <a:xfrm rot="4499998">
              <a:off x="517536" y="-1566832"/>
              <a:ext cx="2446178" cy="51807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8" name="Google Shape;518;p62"/>
            <p:cNvPicPr preferRelativeResize="0"/>
            <p:nvPr/>
          </p:nvPicPr>
          <p:blipFill>
            <a:blip r:embed="rId4" cstate="print">
              <a:alphaModFix amt="38000"/>
            </a:blip>
            <a:stretch>
              <a:fillRect/>
            </a:stretch>
          </p:blipFill>
          <p:spPr>
            <a:xfrm rot="4932521">
              <a:off x="7662897" y="3595450"/>
              <a:ext cx="1859885" cy="202608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>
  <p:cSld name="Title only"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65"/>
          <p:cNvSpPr txBox="1">
            <a:spLocks noGrp="1"/>
          </p:cNvSpPr>
          <p:nvPr>
            <p:ph type="title"/>
          </p:nvPr>
        </p:nvSpPr>
        <p:spPr>
          <a:xfrm>
            <a:off x="716775" y="510900"/>
            <a:ext cx="77106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gradFill>
          <a:gsLst>
            <a:gs pos="0">
              <a:srgbClr val="F3F1FC"/>
            </a:gs>
            <a:gs pos="74000">
              <a:srgbClr val="BFCBD9"/>
            </a:gs>
            <a:gs pos="83000">
              <a:srgbClr val="BFCBD9"/>
            </a:gs>
            <a:gs pos="100000">
              <a:srgbClr val="BFCBD9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63A74B8-EF64-4578-9A72-98E8B3A3A10E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F3F1FC"/>
              </a:gs>
              <a:gs pos="74000">
                <a:srgbClr val="BFCBD9"/>
              </a:gs>
              <a:gs pos="83000">
                <a:srgbClr val="BFCBD9"/>
              </a:gs>
              <a:gs pos="100000">
                <a:srgbClr val="BFCBD9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003261B-DE37-4912-AF5A-8E51A0F03535}"/>
              </a:ext>
            </a:extLst>
          </p:cNvPr>
          <p:cNvSpPr/>
          <p:nvPr/>
        </p:nvSpPr>
        <p:spPr>
          <a:xfrm>
            <a:off x="1304925" y="1085851"/>
            <a:ext cx="7143750" cy="3416300"/>
          </a:xfrm>
          <a:prstGeom prst="rect">
            <a:avLst/>
          </a:prstGeom>
          <a:effectLst>
            <a:outerShdw blurRad="711200" dist="393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3EA7C3A-9E97-4FD9-9258-90A2A701B48E}"/>
              </a:ext>
            </a:extLst>
          </p:cNvPr>
          <p:cNvSpPr/>
          <p:nvPr/>
        </p:nvSpPr>
        <p:spPr>
          <a:xfrm>
            <a:off x="549276" y="549276"/>
            <a:ext cx="8045448" cy="4040188"/>
          </a:xfrm>
          <a:prstGeom prst="roundRect">
            <a:avLst>
              <a:gd name="adj" fmla="val 1770"/>
            </a:avLst>
          </a:prstGeom>
          <a:solidFill>
            <a:srgbClr val="F6F7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BDF1A8A-E8B1-4F56-8E05-BF95BE98DE5B}"/>
              </a:ext>
            </a:extLst>
          </p:cNvPr>
          <p:cNvSpPr/>
          <p:nvPr/>
        </p:nvSpPr>
        <p:spPr>
          <a:xfrm>
            <a:off x="549276" y="549274"/>
            <a:ext cx="8045448" cy="2022476"/>
          </a:xfrm>
          <a:custGeom>
            <a:avLst/>
            <a:gdLst>
              <a:gd name="connsiteX0" fmla="*/ 95348 w 10727264"/>
              <a:gd name="connsiteY0" fmla="*/ 0 h 2696634"/>
              <a:gd name="connsiteX1" fmla="*/ 10631916 w 10727264"/>
              <a:gd name="connsiteY1" fmla="*/ 0 h 2696634"/>
              <a:gd name="connsiteX2" fmla="*/ 10727264 w 10727264"/>
              <a:gd name="connsiteY2" fmla="*/ 95348 h 2696634"/>
              <a:gd name="connsiteX3" fmla="*/ 10727264 w 10727264"/>
              <a:gd name="connsiteY3" fmla="*/ 2696634 h 2696634"/>
              <a:gd name="connsiteX4" fmla="*/ 0 w 10727264"/>
              <a:gd name="connsiteY4" fmla="*/ 2696634 h 2696634"/>
              <a:gd name="connsiteX5" fmla="*/ 0 w 10727264"/>
              <a:gd name="connsiteY5" fmla="*/ 95348 h 2696634"/>
              <a:gd name="connsiteX6" fmla="*/ 95348 w 10727264"/>
              <a:gd name="connsiteY6" fmla="*/ 0 h 26966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727264" h="2696634">
                <a:moveTo>
                  <a:pt x="95348" y="0"/>
                </a:moveTo>
                <a:lnTo>
                  <a:pt x="10631916" y="0"/>
                </a:lnTo>
                <a:cubicBezTo>
                  <a:pt x="10684575" y="0"/>
                  <a:pt x="10727264" y="42689"/>
                  <a:pt x="10727264" y="95348"/>
                </a:cubicBezTo>
                <a:lnTo>
                  <a:pt x="10727264" y="2696634"/>
                </a:lnTo>
                <a:lnTo>
                  <a:pt x="0" y="2696634"/>
                </a:lnTo>
                <a:lnTo>
                  <a:pt x="0" y="95348"/>
                </a:lnTo>
                <a:cubicBezTo>
                  <a:pt x="0" y="42689"/>
                  <a:pt x="42689" y="0"/>
                  <a:pt x="95348" y="0"/>
                </a:cubicBezTo>
                <a:close/>
              </a:path>
            </a:pathLst>
          </a:custGeom>
          <a:gradFill>
            <a:gsLst>
              <a:gs pos="0">
                <a:srgbClr val="33CAFF"/>
              </a:gs>
              <a:gs pos="74000">
                <a:srgbClr val="4C8BFD"/>
              </a:gs>
              <a:gs pos="83000">
                <a:srgbClr val="4C8BFD"/>
              </a:gs>
              <a:gs pos="100000">
                <a:srgbClr val="4C8BFD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665162"/>
            <a:ext cx="6858000" cy="1790700"/>
          </a:xfrm>
        </p:spPr>
        <p:txBody>
          <a:bodyPr anchor="b"/>
          <a:lstStyle>
            <a:lvl1pPr algn="ctr">
              <a:defRPr sz="6000" b="1" cap="all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871544"/>
            <a:ext cx="6858000" cy="53197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2700" cap="all" baseline="0">
                <a:solidFill>
                  <a:srgbClr val="4C8BFD"/>
                </a:solidFill>
              </a:defRPr>
            </a:lvl1pPr>
            <a:lvl2pPr marL="457189" indent="0" algn="ctr">
              <a:buNone/>
              <a:defRPr sz="2000"/>
            </a:lvl2pPr>
            <a:lvl3pPr marL="914378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2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5D686E"/>
                </a:solidFill>
              </a:defRPr>
            </a:lvl1pPr>
          </a:lstStyle>
          <a:p>
            <a:fld id="{9D21D778-B565-4D7E-94D7-64010A445B68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429250" y="4834955"/>
            <a:ext cx="3086100" cy="274637"/>
          </a:xfrm>
        </p:spPr>
        <p:txBody>
          <a:bodyPr/>
          <a:lstStyle>
            <a:lvl1pPr algn="r">
              <a:defRPr>
                <a:solidFill>
                  <a:srgbClr val="5D686E"/>
                </a:solidFill>
              </a:defRPr>
            </a:lvl1pPr>
          </a:lstStyle>
          <a:p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872500345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32617-F728-4345-9B63-C0B5F79DA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F96419-4C10-4573-9A34-A9E44962C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1271FF-57D3-46C2-B896-B112906AE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endParaRPr kumimoji="0"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73037F-AC0A-45F2-9BE0-E2564EE61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67351E8-B1DF-47F2-BEAE-438019E48A7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8650" y="1533526"/>
            <a:ext cx="7886700" cy="3246119"/>
          </a:xfrm>
          <a:prstGeom prst="rect">
            <a:avLst/>
          </a:prstGeom>
        </p:spPr>
        <p:txBody>
          <a:bodyPr/>
          <a:lstStyle>
            <a:lvl1pPr>
              <a:spcAft>
                <a:spcPts val="900"/>
              </a:spcAft>
              <a:defRPr/>
            </a:lvl1pPr>
            <a:lvl2pPr>
              <a:spcAft>
                <a:spcPts val="900"/>
              </a:spcAft>
              <a:defRPr/>
            </a:lvl2pPr>
            <a:lvl3pPr>
              <a:spcAft>
                <a:spcPts val="900"/>
              </a:spcAft>
              <a:defRPr/>
            </a:lvl3pPr>
            <a:lvl4pPr>
              <a:spcAft>
                <a:spcPts val="900"/>
              </a:spcAft>
              <a:defRPr/>
            </a:lvl4pPr>
            <a:lvl5pPr>
              <a:spcAft>
                <a:spcPts val="9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66170967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702"/>
            <a:ext cx="7886700" cy="2139950"/>
          </a:xfrm>
        </p:spPr>
        <p:txBody>
          <a:bodyPr anchor="b"/>
          <a:lstStyle>
            <a:lvl1pPr>
              <a:defRPr sz="6000">
                <a:solidFill>
                  <a:srgbClr val="5D686E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1702"/>
            <a:ext cx="7886700" cy="11255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>
              <a:solidFill>
                <a:schemeClr val="accent3">
                  <a:shade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0820037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70014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70014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82431473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274640"/>
            <a:ext cx="7886700" cy="9937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9" y="1260475"/>
            <a:ext cx="3868737" cy="6191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9" y="1879600"/>
            <a:ext cx="3868737" cy="27622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475"/>
            <a:ext cx="3887788" cy="6191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9600"/>
            <a:ext cx="3887788" cy="27622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 algn="ctr" eaLnBrk="1" latinLnBrk="0" hangingPunct="1"/>
            <a:fld id="{2C6B1FF6-39B9-40F5-8B67-33C6354A3D4F}" type="slidenum">
              <a:rPr kumimoji="0" lang="en-US" smtClean="0"/>
              <a:pPr algn="ctr" eaLnBrk="1" latinLnBrk="0" hangingPunct="1"/>
              <a:t>‹#›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679150453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938581327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3911485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40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741365"/>
            <a:ext cx="4629150" cy="36544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40" y="1543051"/>
            <a:ext cx="2949575" cy="2859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8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2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>
              <a:solidFill>
                <a:schemeClr val="accent3">
                  <a:shade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513446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40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741365"/>
            <a:ext cx="4629150" cy="36544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40" y="1543051"/>
            <a:ext cx="2949575" cy="2859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8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2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3/21/2026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741658896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432561"/>
            <a:ext cx="7886700" cy="329228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408548315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274640"/>
            <a:ext cx="1971675" cy="4357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2" y="274640"/>
            <a:ext cx="5762625" cy="435768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531009821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1"/>
          </p:nvPr>
        </p:nvSpPr>
        <p:spPr>
          <a:xfrm>
            <a:off x="720000" y="1430950"/>
            <a:ext cx="7704000" cy="31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igned by PresentationGo">
    <p:bg>
      <p:bgPr>
        <a:gradFill>
          <a:gsLst>
            <a:gs pos="0">
              <a:srgbClr val="323A45"/>
            </a:gs>
            <a:gs pos="35000">
              <a:srgbClr val="323A45"/>
            </a:gs>
            <a:gs pos="100000">
              <a:srgbClr val="1C2026"/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2364718"/>
            <a:ext cx="9144000" cy="4140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www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A5CD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PresentationGO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com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Rectangle 5">
            <a:hlinkClick r:id="rId2"/>
          </p:cNvPr>
          <p:cNvSpPr/>
          <p:nvPr userDrawn="1"/>
        </p:nvSpPr>
        <p:spPr>
          <a:xfrm>
            <a:off x="2048935" y="2303794"/>
            <a:ext cx="5046133" cy="5359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 userDrawn="1"/>
        </p:nvSpPr>
        <p:spPr>
          <a:xfrm>
            <a:off x="2747216" y="4591049"/>
            <a:ext cx="3649589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dirty="0">
                <a:solidFill>
                  <a:srgbClr val="A5CD00"/>
                </a:solidFill>
              </a:rPr>
              <a:t>T</a:t>
            </a:r>
            <a:r>
              <a:rPr lang="en-US" baseline="0" dirty="0">
                <a:solidFill>
                  <a:srgbClr val="A5CD00"/>
                </a:solidFill>
              </a:rPr>
              <a:t>he </a:t>
            </a:r>
            <a:r>
              <a:rPr lang="en-US" baseline="0">
                <a:solidFill>
                  <a:srgbClr val="A5CD00"/>
                </a:solidFill>
              </a:rPr>
              <a:t>free PowerPoint template </a:t>
            </a:r>
            <a:r>
              <a:rPr lang="en-US" baseline="0" dirty="0">
                <a:solidFill>
                  <a:srgbClr val="A5CD00"/>
                </a:solidFill>
              </a:rPr>
              <a:t>library</a:t>
            </a:r>
            <a:endParaRPr lang="en-US" dirty="0">
              <a:solidFill>
                <a:srgbClr val="A5CD00"/>
              </a:solidFill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3459936" y="1974850"/>
            <a:ext cx="2224134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  <a:effectLst/>
              </a:rPr>
              <a:t>Designed</a:t>
            </a:r>
            <a:r>
              <a:rPr lang="en-US" baseline="0">
                <a:solidFill>
                  <a:schemeClr val="bg1"/>
                </a:solidFill>
                <a:effectLst/>
              </a:rPr>
              <a:t> with         by</a:t>
            </a:r>
            <a:endParaRPr lang="en-US" dirty="0">
              <a:solidFill>
                <a:schemeClr val="bg1"/>
              </a:solidFill>
              <a:effectLst/>
            </a:endParaRPr>
          </a:p>
        </p:txBody>
      </p:sp>
      <p:sp>
        <p:nvSpPr>
          <p:cNvPr id="9" name="Freeform 290"/>
          <p:cNvSpPr/>
          <p:nvPr userDrawn="1"/>
        </p:nvSpPr>
        <p:spPr>
          <a:xfrm>
            <a:off x="4977441" y="2029355"/>
            <a:ext cx="261456" cy="167993"/>
          </a:xfrm>
          <a:custGeom>
            <a:avLst/>
            <a:gdLst/>
            <a:ahLst/>
            <a:cxnLst/>
            <a:rect l="l" t="t" r="r" b="b"/>
            <a:pathLst>
              <a:path w="504825" h="432707">
                <a:moveTo>
                  <a:pt x="134658" y="0"/>
                </a:moveTo>
                <a:cubicBezTo>
                  <a:pt x="146301" y="0"/>
                  <a:pt x="158180" y="2019"/>
                  <a:pt x="170294" y="6057"/>
                </a:cubicBezTo>
                <a:cubicBezTo>
                  <a:pt x="182407" y="10095"/>
                  <a:pt x="193676" y="15541"/>
                  <a:pt x="204099" y="22396"/>
                </a:cubicBezTo>
                <a:cubicBezTo>
                  <a:pt x="214522" y="29251"/>
                  <a:pt x="223490" y="35683"/>
                  <a:pt x="231002" y="41693"/>
                </a:cubicBezTo>
                <a:cubicBezTo>
                  <a:pt x="238514" y="47703"/>
                  <a:pt x="245652" y="54088"/>
                  <a:pt x="252412" y="60849"/>
                </a:cubicBezTo>
                <a:cubicBezTo>
                  <a:pt x="259174" y="54088"/>
                  <a:pt x="266310" y="47703"/>
                  <a:pt x="273823" y="41693"/>
                </a:cubicBezTo>
                <a:cubicBezTo>
                  <a:pt x="281334" y="35683"/>
                  <a:pt x="290303" y="29251"/>
                  <a:pt x="300726" y="22396"/>
                </a:cubicBezTo>
                <a:cubicBezTo>
                  <a:pt x="311149" y="15541"/>
                  <a:pt x="322417" y="10095"/>
                  <a:pt x="334531" y="6057"/>
                </a:cubicBezTo>
                <a:cubicBezTo>
                  <a:pt x="346645" y="2019"/>
                  <a:pt x="358524" y="0"/>
                  <a:pt x="370167" y="0"/>
                </a:cubicBezTo>
                <a:cubicBezTo>
                  <a:pt x="412236" y="0"/>
                  <a:pt x="445197" y="11644"/>
                  <a:pt x="469048" y="34932"/>
                </a:cubicBezTo>
                <a:cubicBezTo>
                  <a:pt x="492899" y="58220"/>
                  <a:pt x="504825" y="90523"/>
                  <a:pt x="504825" y="131840"/>
                </a:cubicBezTo>
                <a:cubicBezTo>
                  <a:pt x="504825" y="173346"/>
                  <a:pt x="483321" y="215602"/>
                  <a:pt x="440313" y="258610"/>
                </a:cubicBezTo>
                <a:lnTo>
                  <a:pt x="264807" y="427636"/>
                </a:lnTo>
                <a:cubicBezTo>
                  <a:pt x="261427" y="431017"/>
                  <a:pt x="257295" y="432707"/>
                  <a:pt x="252412" y="432707"/>
                </a:cubicBezTo>
                <a:cubicBezTo>
                  <a:pt x="247529" y="432707"/>
                  <a:pt x="243398" y="431017"/>
                  <a:pt x="240018" y="427636"/>
                </a:cubicBezTo>
                <a:lnTo>
                  <a:pt x="64230" y="258047"/>
                </a:lnTo>
                <a:cubicBezTo>
                  <a:pt x="62351" y="256544"/>
                  <a:pt x="59770" y="254103"/>
                  <a:pt x="56482" y="250722"/>
                </a:cubicBezTo>
                <a:cubicBezTo>
                  <a:pt x="53196" y="247342"/>
                  <a:pt x="47984" y="241191"/>
                  <a:pt x="40848" y="232270"/>
                </a:cubicBezTo>
                <a:cubicBezTo>
                  <a:pt x="33712" y="223349"/>
                  <a:pt x="27326" y="214194"/>
                  <a:pt x="21692" y="204803"/>
                </a:cubicBezTo>
                <a:cubicBezTo>
                  <a:pt x="16057" y="195413"/>
                  <a:pt x="11035" y="184051"/>
                  <a:pt x="6620" y="170717"/>
                </a:cubicBezTo>
                <a:cubicBezTo>
                  <a:pt x="2207" y="157382"/>
                  <a:pt x="0" y="144423"/>
                  <a:pt x="0" y="131840"/>
                </a:cubicBezTo>
                <a:cubicBezTo>
                  <a:pt x="0" y="90523"/>
                  <a:pt x="11926" y="58220"/>
                  <a:pt x="35777" y="34932"/>
                </a:cubicBezTo>
                <a:cubicBezTo>
                  <a:pt x="59629" y="11644"/>
                  <a:pt x="92588" y="0"/>
                  <a:pt x="134658" y="0"/>
                </a:cubicBezTo>
                <a:close/>
              </a:path>
            </a:pathLst>
          </a:custGeom>
          <a:solidFill>
            <a:srgbClr val="D900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2041904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028700"/>
            <a:ext cx="7848600" cy="1445419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2628900"/>
            <a:ext cx="6400800" cy="131445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9E46F-7BA3-46CF-8DB8-B01995389C81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2548890"/>
            <a:ext cx="7848600" cy="1191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buClr>
                <a:schemeClr val="accent1"/>
              </a:buClr>
              <a:defRPr/>
            </a:lvl2pPr>
            <a:lvl4pPr>
              <a:buClr>
                <a:schemeClr val="accent1"/>
              </a:buClr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771650"/>
            <a:ext cx="7772400" cy="1650206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470149"/>
            <a:ext cx="7772400" cy="1125140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>
              <a:solidFill>
                <a:schemeClr val="accent3">
                  <a:shade val="75000"/>
                </a:schemeClr>
              </a:solidFill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3449574"/>
            <a:ext cx="7848600" cy="1191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55014"/>
            <a:ext cx="4038600" cy="35387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55014"/>
            <a:ext cx="4038600" cy="35387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57300"/>
            <a:ext cx="3931920" cy="47982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828800"/>
            <a:ext cx="3931920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257300"/>
            <a:ext cx="3931920" cy="47982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1828800"/>
            <a:ext cx="3931920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2C6B1FF6-39B9-40F5-8B67-33C6354A3D4F}" type="slidenum">
              <a:rPr kumimoji="0" lang="en-US" smtClean="0"/>
              <a:pPr algn="ctr" eaLnBrk="1" latinLnBrk="0" hangingPunct="1"/>
              <a:t>‹#›</a:t>
            </a:fld>
            <a:endParaRPr kumimoji="0" lang="en-US" dirty="0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806462" y="3034268"/>
            <a:ext cx="353187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060"/>
            <a:ext cx="2139696" cy="946404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594060"/>
            <a:ext cx="5715000" cy="418338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597915"/>
            <a:ext cx="2139696" cy="31827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>
              <a:solidFill>
                <a:schemeClr val="accent3">
                  <a:shade val="75000"/>
                </a:schemeClr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684114" y="2684956"/>
            <a:ext cx="418338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60"/>
            <a:ext cx="2142680" cy="94869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628651"/>
            <a:ext cx="5904390" cy="4125342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2139696" cy="31821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3/21/2026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440055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44005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1"/>
          </p:nvPr>
        </p:nvSpPr>
        <p:spPr>
          <a:xfrm>
            <a:off x="720000" y="1430950"/>
            <a:ext cx="7704000" cy="31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63.xml"/><Relationship Id="rId1" Type="http://schemas.openxmlformats.org/officeDocument/2006/relationships/slideLayout" Target="../slideLayouts/slideLayout6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64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2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67.xml"/><Relationship Id="rId7" Type="http://schemas.openxmlformats.org/officeDocument/2006/relationships/slideLayout" Target="../slideLayouts/slideLayout71.xml"/><Relationship Id="rId12" Type="http://schemas.openxmlformats.org/officeDocument/2006/relationships/slideLayout" Target="../slideLayouts/slideLayout76.xml"/><Relationship Id="rId2" Type="http://schemas.openxmlformats.org/officeDocument/2006/relationships/slideLayout" Target="../slideLayouts/slideLayout66.xml"/><Relationship Id="rId1" Type="http://schemas.openxmlformats.org/officeDocument/2006/relationships/slideLayout" Target="../slideLayouts/slideLayout65.xml"/><Relationship Id="rId6" Type="http://schemas.openxmlformats.org/officeDocument/2006/relationships/slideLayout" Target="../slideLayouts/slideLayout70.xml"/><Relationship Id="rId11" Type="http://schemas.openxmlformats.org/officeDocument/2006/relationships/slideLayout" Target="../slideLayouts/slideLayout75.xml"/><Relationship Id="rId5" Type="http://schemas.openxmlformats.org/officeDocument/2006/relationships/slideLayout" Target="../slideLayouts/slideLayout69.xml"/><Relationship Id="rId15" Type="http://schemas.openxmlformats.org/officeDocument/2006/relationships/image" Target="../media/image37.png"/><Relationship Id="rId10" Type="http://schemas.openxmlformats.org/officeDocument/2006/relationships/slideLayout" Target="../slideLayouts/slideLayout74.xml"/><Relationship Id="rId4" Type="http://schemas.openxmlformats.org/officeDocument/2006/relationships/slideLayout" Target="../slideLayouts/slideLayout68.xml"/><Relationship Id="rId9" Type="http://schemas.openxmlformats.org/officeDocument/2006/relationships/slideLayout" Target="../slideLayouts/slideLayout73.xml"/><Relationship Id="rId14" Type="http://schemas.openxmlformats.org/officeDocument/2006/relationships/hyperlink" Target="http://www.presentationgo.com/" TargetMode="Externa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7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slideLayout" Target="../slideLayouts/slideLayout89.xml"/><Relationship Id="rId2" Type="http://schemas.openxmlformats.org/officeDocument/2006/relationships/slideLayout" Target="../slideLayouts/slideLayout79.xml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050" y="535000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osefin Sans"/>
              <a:buNone/>
              <a:defRPr sz="25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icksand"/>
              <a:buChar char="●"/>
              <a:defRPr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icksand"/>
              <a:buChar char="○"/>
              <a:defRPr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icksand"/>
              <a:buChar char="■"/>
              <a:defRPr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icksand"/>
              <a:buChar char="●"/>
              <a:defRPr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icksand"/>
              <a:buChar char="○"/>
              <a:defRPr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icksand"/>
              <a:buChar char="■"/>
              <a:defRPr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icksand"/>
              <a:buChar char="●"/>
              <a:defRPr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icksand"/>
              <a:buChar char="○"/>
              <a:defRPr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icksand"/>
              <a:buChar char="■"/>
              <a:defRPr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88" r:id="rId14"/>
    <p:sldLayoutId id="2147483689" r:id="rId15"/>
    <p:sldLayoutId id="2147483690" r:id="rId16"/>
    <p:sldLayoutId id="2147483691" r:id="rId17"/>
    <p:sldLayoutId id="2147483692" r:id="rId18"/>
    <p:sldLayoutId id="2147483693" r:id="rId19"/>
    <p:sldLayoutId id="2147483694" r:id="rId20"/>
    <p:sldLayoutId id="2147483695" r:id="rId21"/>
    <p:sldLayoutId id="2147483696" r:id="rId22"/>
    <p:sldLayoutId id="2147483697" r:id="rId23"/>
    <p:sldLayoutId id="2147483698" r:id="rId24"/>
    <p:sldLayoutId id="2147483699" r:id="rId25"/>
    <p:sldLayoutId id="2147483700" r:id="rId26"/>
    <p:sldLayoutId id="2147483701" r:id="rId27"/>
    <p:sldLayoutId id="2147483702" r:id="rId28"/>
    <p:sldLayoutId id="2147483703" r:id="rId29"/>
    <p:sldLayoutId id="2147483704" r:id="rId30"/>
    <p:sldLayoutId id="2147483705" r:id="rId31"/>
    <p:sldLayoutId id="2147483706" r:id="rId32"/>
    <p:sldLayoutId id="2147483707" r:id="rId33"/>
    <p:sldLayoutId id="2147483708" r:id="rId34"/>
    <p:sldLayoutId id="2147483709" r:id="rId35"/>
    <p:sldLayoutId id="2147483710" r:id="rId36"/>
    <p:sldLayoutId id="2147483711" r:id="rId37"/>
    <p:sldLayoutId id="2147483712" r:id="rId38"/>
    <p:sldLayoutId id="2147483713" r:id="rId39"/>
    <p:sldLayoutId id="2147483714" r:id="rId40"/>
    <p:sldLayoutId id="2147483715" r:id="rId41"/>
    <p:sldLayoutId id="2147483716" r:id="rId42"/>
    <p:sldLayoutId id="2147483717" r:id="rId43"/>
    <p:sldLayoutId id="2147483718" r:id="rId44"/>
    <p:sldLayoutId id="2147483719" r:id="rId45"/>
    <p:sldLayoutId id="2147483720" r:id="rId46"/>
    <p:sldLayoutId id="2147483721" r:id="rId47"/>
    <p:sldLayoutId id="2147483722" r:id="rId48"/>
    <p:sldLayoutId id="2147483723" r:id="rId49"/>
    <p:sldLayoutId id="2147483724" r:id="rId50"/>
    <p:sldLayoutId id="2147483725" r:id="rId51"/>
    <p:sldLayoutId id="2147483726" r:id="rId52"/>
    <p:sldLayoutId id="2147483727" r:id="rId53"/>
    <p:sldLayoutId id="2147483728" r:id="rId54"/>
    <p:sldLayoutId id="2147483729" r:id="rId55"/>
    <p:sldLayoutId id="2147483730" r:id="rId56"/>
    <p:sldLayoutId id="2147483731" r:id="rId57"/>
    <p:sldLayoutId id="2147483732" r:id="rId58"/>
    <p:sldLayoutId id="2147483733" r:id="rId59"/>
    <p:sldLayoutId id="2147483734" r:id="rId60"/>
    <p:sldLayoutId id="2147483735" r:id="rId61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49">
          <p15:clr>
            <a:srgbClr val="EA4335"/>
          </p15:clr>
        </p15:guide>
        <p15:guide id="2" pos="5311">
          <p15:clr>
            <a:srgbClr val="EA4335"/>
          </p15:clr>
        </p15:guide>
        <p15:guide id="3" orient="horz" pos="340">
          <p15:clr>
            <a:srgbClr val="EA4335"/>
          </p15:clr>
        </p15:guide>
        <p15:guide id="4" orient="horz" pos="2903">
          <p15:clr>
            <a:srgbClr val="EA4335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63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521" name="Google Shape;521;p63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37" r:id="rId1"/>
    <p:sldLayoutId id="2147483738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66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527" name="Google Shape;527;p66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40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rgbClr val="F3F1FC"/>
            </a:gs>
            <a:gs pos="74000">
              <a:srgbClr val="BFCBD9"/>
            </a:gs>
            <a:gs pos="83000">
              <a:srgbClr val="BFCBD9"/>
            </a:gs>
            <a:gs pos="100000">
              <a:srgbClr val="BFCBD9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3ABCEAB2-FBDF-46DE-8DD3-07B5136284FA}"/>
              </a:ext>
            </a:extLst>
          </p:cNvPr>
          <p:cNvSpPr/>
          <p:nvPr/>
        </p:nvSpPr>
        <p:spPr>
          <a:xfrm>
            <a:off x="1371600" y="1171576"/>
            <a:ext cx="7143750" cy="3416300"/>
          </a:xfrm>
          <a:prstGeom prst="rect">
            <a:avLst/>
          </a:prstGeom>
          <a:effectLst>
            <a:outerShdw blurRad="711200" dist="393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7E6ECE6-8137-4F41-A6F0-DC9623651236}"/>
              </a:ext>
            </a:extLst>
          </p:cNvPr>
          <p:cNvSpPr/>
          <p:nvPr/>
        </p:nvSpPr>
        <p:spPr>
          <a:xfrm>
            <a:off x="356109" y="356108"/>
            <a:ext cx="8431785" cy="4431285"/>
          </a:xfrm>
          <a:prstGeom prst="roundRect">
            <a:avLst>
              <a:gd name="adj" fmla="val 1770"/>
            </a:avLst>
          </a:prstGeom>
          <a:solidFill>
            <a:srgbClr val="F6F7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912DC555-B169-430C-85D9-8F1BCAF97743}"/>
              </a:ext>
            </a:extLst>
          </p:cNvPr>
          <p:cNvSpPr/>
          <p:nvPr/>
        </p:nvSpPr>
        <p:spPr>
          <a:xfrm>
            <a:off x="356109" y="354286"/>
            <a:ext cx="8431785" cy="1023223"/>
          </a:xfrm>
          <a:custGeom>
            <a:avLst/>
            <a:gdLst>
              <a:gd name="connsiteX0" fmla="*/ 104578 w 11242380"/>
              <a:gd name="connsiteY0" fmla="*/ 0 h 1364297"/>
              <a:gd name="connsiteX1" fmla="*/ 11137802 w 11242380"/>
              <a:gd name="connsiteY1" fmla="*/ 0 h 1364297"/>
              <a:gd name="connsiteX2" fmla="*/ 11242380 w 11242380"/>
              <a:gd name="connsiteY2" fmla="*/ 104578 h 1364297"/>
              <a:gd name="connsiteX3" fmla="*/ 11242380 w 11242380"/>
              <a:gd name="connsiteY3" fmla="*/ 1364297 h 1364297"/>
              <a:gd name="connsiteX4" fmla="*/ 0 w 11242380"/>
              <a:gd name="connsiteY4" fmla="*/ 1364297 h 1364297"/>
              <a:gd name="connsiteX5" fmla="*/ 0 w 11242380"/>
              <a:gd name="connsiteY5" fmla="*/ 104578 h 1364297"/>
              <a:gd name="connsiteX6" fmla="*/ 104578 w 11242380"/>
              <a:gd name="connsiteY6" fmla="*/ 0 h 13642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242380" h="1364297">
                <a:moveTo>
                  <a:pt x="104578" y="0"/>
                </a:moveTo>
                <a:lnTo>
                  <a:pt x="11137802" y="0"/>
                </a:lnTo>
                <a:cubicBezTo>
                  <a:pt x="11195559" y="0"/>
                  <a:pt x="11242380" y="46821"/>
                  <a:pt x="11242380" y="104578"/>
                </a:cubicBezTo>
                <a:lnTo>
                  <a:pt x="11242380" y="1364297"/>
                </a:lnTo>
                <a:lnTo>
                  <a:pt x="0" y="1364297"/>
                </a:lnTo>
                <a:lnTo>
                  <a:pt x="0" y="104578"/>
                </a:lnTo>
                <a:cubicBezTo>
                  <a:pt x="0" y="46821"/>
                  <a:pt x="46821" y="0"/>
                  <a:pt x="104578" y="0"/>
                </a:cubicBezTo>
                <a:close/>
              </a:path>
            </a:pathLst>
          </a:custGeom>
          <a:gradFill>
            <a:gsLst>
              <a:gs pos="0">
                <a:srgbClr val="33CAFF"/>
              </a:gs>
              <a:gs pos="74000">
                <a:srgbClr val="4C8BFD"/>
              </a:gs>
              <a:gs pos="83000">
                <a:srgbClr val="4C8BFD"/>
              </a:gs>
              <a:gs pos="100000">
                <a:srgbClr val="4C8BFD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sz="135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533523"/>
            <a:ext cx="7886700" cy="32461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834955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sz="1200" smtClean="0">
                <a:solidFill>
                  <a:srgbClr val="5D686E"/>
                </a:solidFill>
              </a:defRPr>
            </a:lvl1pPr>
          </a:lstStyle>
          <a:p>
            <a:r>
              <a:rPr lang="en-US"/>
              <a:t>Your Date Here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834955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200" smtClean="0">
                <a:solidFill>
                  <a:srgbClr val="5D686E"/>
                </a:solidFill>
              </a:defRPr>
            </a:lvl1pPr>
          </a:lstStyle>
          <a:p>
            <a:r>
              <a:rPr lang="en-US"/>
              <a:t>Your Footer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834955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sz="1200" smtClean="0">
                <a:solidFill>
                  <a:srgbClr val="5D686E"/>
                </a:solidFill>
              </a:defRPr>
            </a:lvl1pPr>
          </a:lstStyle>
          <a:p>
            <a:pPr algn="r"/>
            <a:fld id="{1C0DB9A4-7C00-41BB-B303-4E91C20728DD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3856"/>
            <a:ext cx="7886700" cy="10136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50A3E62-9D04-42CF-968F-5F6E2C124DB8}"/>
              </a:ext>
            </a:extLst>
          </p:cNvPr>
          <p:cNvSpPr/>
          <p:nvPr/>
        </p:nvSpPr>
        <p:spPr>
          <a:xfrm>
            <a:off x="-88899" y="5219701"/>
            <a:ext cx="156485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0" i="0" dirty="0">
                <a:solidFill>
                  <a:srgbClr val="555555"/>
                </a:solidFill>
                <a:effectLst/>
                <a:latin typeface="Open Sans" panose="020B0606030504020204" pitchFamily="34" charset="0"/>
              </a:rPr>
              <a:t>© </a:t>
            </a:r>
            <a:r>
              <a:rPr lang="en-US" sz="1100" b="0" i="0" u="none" strike="noStrike" dirty="0">
                <a:solidFill>
                  <a:srgbClr val="A5CD28"/>
                </a:solidFill>
                <a:effectLst/>
                <a:latin typeface="Open Sans" panose="020B0606030504020204" pitchFamily="34" charset="0"/>
                <a:hlinkClick r:id="rId14" tooltip="PresentationGo!"/>
              </a:rPr>
              <a:t>presentationgo.com</a:t>
            </a:r>
            <a:endParaRPr lang="en-US" sz="1100" dirty="0"/>
          </a:p>
        </p:txBody>
      </p:sp>
      <p:grpSp>
        <p:nvGrpSpPr>
          <p:cNvPr id="7" name="Group 16">
            <a:extLst>
              <a:ext uri="{FF2B5EF4-FFF2-40B4-BE49-F238E27FC236}">
                <a16:creationId xmlns:a16="http://schemas.microsoft.com/office/drawing/2014/main" id="{B356D5FC-88A6-4DDA-911C-2AF338BB6929}"/>
              </a:ext>
            </a:extLst>
          </p:cNvPr>
          <p:cNvGrpSpPr/>
          <p:nvPr/>
        </p:nvGrpSpPr>
        <p:grpSpPr>
          <a:xfrm>
            <a:off x="-1654908" y="-55353"/>
            <a:ext cx="1556359" cy="520664"/>
            <a:chOff x="-2096383" y="21447"/>
            <a:chExt cx="1556359" cy="694218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2DEBD7C-F558-4D4F-8E49-929D46967D92}"/>
                </a:ext>
              </a:extLst>
            </p:cNvPr>
            <p:cNvSpPr txBox="1"/>
            <p:nvPr userDrawn="1"/>
          </p:nvSpPr>
          <p:spPr>
            <a:xfrm>
              <a:off x="-2096383" y="21447"/>
              <a:ext cx="369012" cy="3282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By: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C9E32DC-7D1B-4F0A-8A94-9976C83581EE}"/>
                </a:ext>
              </a:extLst>
            </p:cNvPr>
            <p:cNvSpPr txBox="1"/>
            <p:nvPr userDrawn="1"/>
          </p:nvSpPr>
          <p:spPr>
            <a:xfrm>
              <a:off x="-1002010" y="387370"/>
              <a:ext cx="461986" cy="3282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.com</a:t>
              </a:r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CDF23B40-7BE1-43AB-84F8-8890236A61D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5" cstate="print"/>
            <a:stretch>
              <a:fillRect/>
            </a:stretch>
          </p:blipFill>
          <p:spPr>
            <a:xfrm>
              <a:off x="-2018604" y="234547"/>
              <a:ext cx="1405251" cy="18594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71512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</p:sldLayoutIdLst>
  <p:txStyles>
    <p:titleStyle>
      <a:lvl1pPr algn="l" defTabSz="914378" rtl="0" eaLnBrk="1" latinLnBrk="0" hangingPunct="1">
        <a:lnSpc>
          <a:spcPct val="90000"/>
        </a:lnSpc>
        <a:spcBef>
          <a:spcPct val="0"/>
        </a:spcBef>
        <a:buNone/>
        <a:defRPr sz="4050" kern="1200" cap="all" baseline="0">
          <a:solidFill>
            <a:schemeClr val="bg1"/>
          </a:solidFill>
          <a:latin typeface="+mn-lt"/>
          <a:ea typeface="+mj-ea"/>
          <a:cs typeface="+mj-cs"/>
        </a:defRPr>
      </a:lvl1pPr>
    </p:titleStyle>
    <p:bodyStyle>
      <a:lvl1pPr marL="228594" indent="-228594" algn="l" defTabSz="91437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5D686E"/>
          </a:solidFill>
          <a:latin typeface="+mn-lt"/>
          <a:ea typeface="+mn-ea"/>
          <a:cs typeface="+mn-cs"/>
        </a:defRPr>
      </a:lvl1pPr>
      <a:lvl2pPr marL="685783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5D686E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5D686E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5D686E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5D686E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323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8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7E942A-26CB-4FC8-A61F-ED7BAF06B75B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6EDDA2-A385-4D53-9944-861446547DD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465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165590"/>
            <a:ext cx="9144000" cy="1714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00050"/>
            <a:ext cx="8229600" cy="7429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3716"/>
            <a:ext cx="28956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r>
              <a:rPr lang="en-US"/>
              <a:t>Χειμώνας 2011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3716"/>
            <a:ext cx="41148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r>
              <a:rPr lang="en-IN"/>
              <a:t>CS-409: </a:t>
            </a:r>
            <a:r>
              <a:rPr lang="el-GR"/>
              <a:t>Αντικειμενοστρεφής Προγραμματισμος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3716"/>
            <a:ext cx="10668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81A9E46F-7BA3-46CF-8DB8-B01995389C81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71" r:id="rId2"/>
    <p:sldLayoutId id="2147483772" r:id="rId3"/>
    <p:sldLayoutId id="2147483773" r:id="rId4"/>
    <p:sldLayoutId id="2147483774" r:id="rId5"/>
    <p:sldLayoutId id="2147483775" r:id="rId6"/>
    <p:sldLayoutId id="2147483776" r:id="rId7"/>
    <p:sldLayoutId id="2147483777" r:id="rId8"/>
    <p:sldLayoutId id="2147483778" r:id="rId9"/>
    <p:sldLayoutId id="2147483779" r:id="rId10"/>
    <p:sldLayoutId id="2147483780" r:id="rId11"/>
    <p:sldLayoutId id="2147483781" r:id="rId12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6"/>
        </a:buClr>
        <a:buSzPct val="85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6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6"/>
        </a:buClr>
        <a:buSzPct val="9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6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6"/>
        </a:buClr>
        <a:buSzPct val="100000"/>
        <a:buFont typeface="Arial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84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39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8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Shape 1"/>
          <p:cNvSpPr txBox="1"/>
          <p:nvPr/>
        </p:nvSpPr>
        <p:spPr>
          <a:xfrm>
            <a:off x="209346" y="267494"/>
            <a:ext cx="8749718" cy="18002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spc="-100" dirty="0">
                <a:solidFill>
                  <a:schemeClr val="tx2"/>
                </a:solidFill>
                <a:latin typeface="Bahnschrift SemiBold" pitchFamily="34" charset="0"/>
                <a:ea typeface="+mj-ea"/>
                <a:cs typeface="+mj-cs"/>
              </a:rPr>
              <a:t>FINAL YEAR RESEARCH PROJECT </a:t>
            </a:r>
          </a:p>
          <a:p>
            <a:pPr>
              <a:lnSpc>
                <a:spcPct val="100000"/>
              </a:lnSpc>
            </a:pPr>
            <a:r>
              <a:rPr lang="en-US" sz="2800" cap="all" spc="-100" dirty="0">
                <a:solidFill>
                  <a:schemeClr val="tx2"/>
                </a:solidFill>
                <a:latin typeface="Bahnschrift SemiBold" pitchFamily="34" charset="0"/>
                <a:ea typeface="+mj-ea"/>
                <a:cs typeface="+mj-cs"/>
              </a:rPr>
              <a:t>R</a:t>
            </a:r>
            <a:r>
              <a:rPr lang="en-US" sz="2800" spc="-100" dirty="0">
                <a:solidFill>
                  <a:schemeClr val="tx2"/>
                </a:solidFill>
                <a:latin typeface="Bahnschrift SemiBold" pitchFamily="34" charset="0"/>
                <a:ea typeface="+mj-ea"/>
                <a:cs typeface="+mj-cs"/>
              </a:rPr>
              <a:t>eview</a:t>
            </a:r>
            <a:r>
              <a:rPr lang="en-US" sz="2800" cap="all" spc="-100" dirty="0">
                <a:solidFill>
                  <a:schemeClr val="tx2"/>
                </a:solidFill>
                <a:latin typeface="Bahnschrift SemiBold" pitchFamily="34" charset="0"/>
                <a:ea typeface="+mj-ea"/>
                <a:cs typeface="+mj-cs"/>
              </a:rPr>
              <a:t>-1 </a:t>
            </a:r>
            <a:r>
              <a:rPr lang="en-US" sz="2800" spc="-100" dirty="0">
                <a:solidFill>
                  <a:schemeClr val="tx2"/>
                </a:solidFill>
                <a:latin typeface="Bahnschrift SemiBold" pitchFamily="34" charset="0"/>
                <a:ea typeface="+mj-ea"/>
                <a:cs typeface="+mj-cs"/>
              </a:rPr>
              <a:t>Presentation</a:t>
            </a:r>
            <a:br>
              <a:rPr lang="en-US" sz="1100" dirty="0">
                <a:latin typeface="Bebas Neue"/>
              </a:rPr>
            </a:br>
            <a:r>
              <a:rPr lang="en-US" sz="1100" dirty="0">
                <a:latin typeface="Bebas Neue"/>
              </a:rPr>
              <a:t>			</a:t>
            </a:r>
            <a:r>
              <a:rPr lang="en-US" sz="2800" b="0" strike="noStrike" spc="-1" dirty="0">
                <a:solidFill>
                  <a:srgbClr val="572314"/>
                </a:solidFill>
                <a:latin typeface="Bebas Neue"/>
              </a:rPr>
              <a:t>[Title of the Project]</a:t>
            </a:r>
            <a:endParaRPr lang="en-US" sz="2800" b="0" strike="noStrike" spc="-1" dirty="0">
              <a:solidFill>
                <a:srgbClr val="000000"/>
              </a:solidFill>
              <a:latin typeface="Bebas Neue"/>
            </a:endParaRPr>
          </a:p>
        </p:txBody>
      </p:sp>
      <p:sp>
        <p:nvSpPr>
          <p:cNvPr id="95" name="TextShape 2"/>
          <p:cNvSpPr txBox="1"/>
          <p:nvPr/>
        </p:nvSpPr>
        <p:spPr>
          <a:xfrm>
            <a:off x="398612" y="2283718"/>
            <a:ext cx="6400440" cy="647730"/>
          </a:xfrm>
          <a:prstGeom prst="rect">
            <a:avLst/>
          </a:prstGeom>
          <a:noFill/>
          <a:ln>
            <a:noFill/>
          </a:ln>
        </p:spPr>
        <p:txBody>
          <a:bodyPr lIns="90000" tIns="0" rIns="90000" bIns="45000">
            <a:normAutofit fontScale="94000"/>
          </a:bodyPr>
          <a:lstStyle/>
          <a:p>
            <a:pPr marL="27360">
              <a:lnSpc>
                <a:spcPct val="100000"/>
              </a:lnSpc>
              <a:spcBef>
                <a:spcPts val="601"/>
              </a:spcBef>
            </a:pPr>
            <a:r>
              <a:rPr lang="en-IN" sz="1700" b="1" strike="noStrike" spc="-1" dirty="0">
                <a:solidFill>
                  <a:srgbClr val="0070C0"/>
                </a:solidFill>
                <a:latin typeface="Gill Sans MT"/>
              </a:rPr>
              <a:t>Supervised By</a:t>
            </a:r>
            <a:r>
              <a:rPr lang="en-IN" sz="1700" b="1" strike="noStrike" spc="-1" dirty="0">
                <a:solidFill>
                  <a:srgbClr val="361309"/>
                </a:solidFill>
                <a:latin typeface="Gill Sans MT"/>
              </a:rPr>
              <a:t>:</a:t>
            </a:r>
            <a:r>
              <a:rPr lang="en-IN" sz="1700" spc="-1" dirty="0">
                <a:latin typeface="Arial"/>
              </a:rPr>
              <a:t> </a:t>
            </a:r>
            <a:r>
              <a:rPr lang="en-IN" sz="1700" b="1" strike="noStrike" spc="-1" dirty="0">
                <a:solidFill>
                  <a:srgbClr val="361309"/>
                </a:solidFill>
                <a:latin typeface="Gill Sans MT"/>
              </a:rPr>
              <a:t>Prof. /</a:t>
            </a:r>
            <a:r>
              <a:rPr lang="en-IN" sz="1700" b="1" strike="noStrike" spc="-1" dirty="0" err="1">
                <a:solidFill>
                  <a:srgbClr val="361309"/>
                </a:solidFill>
                <a:latin typeface="Gill Sans MT"/>
              </a:rPr>
              <a:t>Dr.</a:t>
            </a:r>
            <a:r>
              <a:rPr lang="en-IN" sz="1700" b="1" strike="noStrike" spc="-1" dirty="0">
                <a:solidFill>
                  <a:srgbClr val="361309"/>
                </a:solidFill>
                <a:latin typeface="Gill Sans MT"/>
              </a:rPr>
              <a:t> </a:t>
            </a:r>
            <a:endParaRPr lang="en-IN" sz="1700" b="0" strike="noStrike" spc="-1" dirty="0">
              <a:latin typeface="Arial"/>
            </a:endParaRPr>
          </a:p>
        </p:txBody>
      </p:sp>
      <p:sp>
        <p:nvSpPr>
          <p:cNvPr id="96" name="CustomShape 3"/>
          <p:cNvSpPr/>
          <p:nvPr/>
        </p:nvSpPr>
        <p:spPr>
          <a:xfrm>
            <a:off x="395536" y="2859782"/>
            <a:ext cx="3672408" cy="181442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IN" sz="1400" b="1" strike="noStrike" spc="-1" dirty="0">
                <a:solidFill>
                  <a:srgbClr val="0070C0"/>
                </a:solidFill>
                <a:latin typeface="Gill Sans MT"/>
              </a:rPr>
              <a:t>Group No.:</a:t>
            </a:r>
            <a:endParaRPr lang="en-IN" sz="1400" b="0" strike="noStrike" spc="-1" dirty="0">
              <a:solidFill>
                <a:srgbClr val="0070C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1400" b="1" strike="noStrike" spc="-1" dirty="0">
                <a:solidFill>
                  <a:srgbClr val="000000"/>
                </a:solidFill>
                <a:latin typeface="Gill Sans MT"/>
              </a:rPr>
              <a:t>Name of the Student(s) with Regd. No.:</a:t>
            </a:r>
            <a:endParaRPr lang="en-IN" sz="1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IN" sz="1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IN" sz="1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400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IN" sz="1400" b="0" strike="noStrike" spc="-1" dirty="0">
              <a:latin typeface="Arial"/>
            </a:endParaRPr>
          </a:p>
        </p:txBody>
      </p:sp>
      <p:sp>
        <p:nvSpPr>
          <p:cNvPr id="97" name="CustomShape 4"/>
          <p:cNvSpPr/>
          <p:nvPr/>
        </p:nvSpPr>
        <p:spPr>
          <a:xfrm>
            <a:off x="5292080" y="3944752"/>
            <a:ext cx="3728904" cy="104498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IN" sz="1400" b="1" strike="noStrike" spc="-1" dirty="0">
                <a:solidFill>
                  <a:srgbClr val="0070C0"/>
                </a:solidFill>
                <a:latin typeface="Gill Sans MT"/>
              </a:rPr>
              <a:t>Department of Computer Sc. and Engineering</a:t>
            </a:r>
            <a:endParaRPr lang="en-IN" sz="1400" b="1" strike="noStrike" spc="-1" dirty="0">
              <a:solidFill>
                <a:srgbClr val="0070C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1200" b="1" strike="noStrike" spc="-1" dirty="0">
                <a:solidFill>
                  <a:srgbClr val="000000"/>
                </a:solidFill>
                <a:latin typeface="Gill Sans MT"/>
              </a:rPr>
              <a:t>Faculty of Engineering &amp; Technology (ITER)</a:t>
            </a:r>
            <a:endParaRPr lang="en-IN" sz="12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1100" b="1" strike="noStrike" spc="-1" dirty="0">
                <a:solidFill>
                  <a:srgbClr val="000000"/>
                </a:solidFill>
                <a:latin typeface="Gill Sans MT"/>
              </a:rPr>
              <a:t>Siksha ‘O’ </a:t>
            </a:r>
            <a:r>
              <a:rPr lang="en-IN" sz="1100" b="1" strike="noStrike" spc="-1" dirty="0" err="1">
                <a:solidFill>
                  <a:srgbClr val="000000"/>
                </a:solidFill>
                <a:latin typeface="Gill Sans MT"/>
              </a:rPr>
              <a:t>Anusandhan</a:t>
            </a:r>
            <a:r>
              <a:rPr lang="en-IN" sz="1100" b="1" strike="noStrike" spc="-1" dirty="0">
                <a:solidFill>
                  <a:srgbClr val="000000"/>
                </a:solidFill>
                <a:latin typeface="Gill Sans MT"/>
              </a:rPr>
              <a:t> (Deemed to be) University</a:t>
            </a:r>
            <a:r>
              <a:rPr lang="en-IN" sz="1100" b="0" strike="noStrike" spc="-1" dirty="0">
                <a:solidFill>
                  <a:srgbClr val="000000"/>
                </a:solidFill>
                <a:latin typeface="Gill Sans MT"/>
              </a:rPr>
              <a:t> </a:t>
            </a:r>
          </a:p>
          <a:p>
            <a:pPr>
              <a:lnSpc>
                <a:spcPct val="100000"/>
              </a:lnSpc>
            </a:pPr>
            <a:r>
              <a:rPr lang="en-IN" sz="1100" b="1" strike="noStrike" spc="-1" dirty="0">
                <a:solidFill>
                  <a:srgbClr val="000000"/>
                </a:solidFill>
                <a:latin typeface="Gill Sans MT"/>
              </a:rPr>
              <a:t>Bhubaneswar, Odisha</a:t>
            </a:r>
            <a:endParaRPr lang="en-IN" sz="1100" b="0" strike="noStrike" spc="-1" dirty="0">
              <a:latin typeface="Arial"/>
            </a:endParaRPr>
          </a:p>
        </p:txBody>
      </p:sp>
      <p:sp>
        <p:nvSpPr>
          <p:cNvPr id="98" name="TextShape 5"/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</a:pPr>
            <a:fld id="{F277BE30-6CD2-45EB-896E-478D60EBC98C}" type="slidenum">
              <a:rPr lang="en-IN" sz="1200" b="0" strike="noStrike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1</a:t>
            </a:fld>
            <a:endParaRPr lang="en-IN" sz="1200" b="0" strike="noStrike" spc="-1">
              <a:latin typeface="Times New Roman"/>
            </a:endParaRPr>
          </a:p>
        </p:txBody>
      </p:sp>
      <p:sp>
        <p:nvSpPr>
          <p:cNvPr id="99" name="CustomShape 6"/>
          <p:cNvSpPr/>
          <p:nvPr/>
        </p:nvSpPr>
        <p:spPr>
          <a:xfrm>
            <a:off x="155520" y="-108270"/>
            <a:ext cx="304560" cy="2284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pic>
        <p:nvPicPr>
          <p:cNvPr id="100" name="Picture 3"/>
          <p:cNvPicPr/>
          <p:nvPr/>
        </p:nvPicPr>
        <p:blipFill>
          <a:blip r:embed="rId2" cstate="print"/>
          <a:stretch/>
        </p:blipFill>
        <p:spPr>
          <a:xfrm>
            <a:off x="8172400" y="357480"/>
            <a:ext cx="826880" cy="77411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Shape 1"/>
          <p:cNvSpPr txBox="1"/>
          <p:nvPr/>
        </p:nvSpPr>
        <p:spPr>
          <a:xfrm>
            <a:off x="571472" y="147424"/>
            <a:ext cx="8361928" cy="768142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rmAutofit fontScale="29000" lnSpcReduction="20000"/>
          </a:bodyPr>
          <a:lstStyle/>
          <a:p>
            <a:pPr>
              <a:lnSpc>
                <a:spcPct val="100000"/>
              </a:lnSpc>
            </a:pPr>
            <a:endParaRPr lang="en-US" sz="4700" b="1" strike="noStrike" spc="-1" dirty="0">
              <a:solidFill>
                <a:srgbClr val="572314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7700" b="1" strike="noStrike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  <a:t>Presentation Outline</a:t>
            </a:r>
            <a:br>
              <a:rPr dirty="0">
                <a:latin typeface="Times New Roman" pitchFamily="18" charset="0"/>
                <a:cs typeface="Times New Roman" pitchFamily="18" charset="0"/>
              </a:rPr>
            </a:br>
            <a:endParaRPr lang="en-US" sz="4300" b="0" strike="noStrike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2" name="TextShape 2"/>
          <p:cNvSpPr txBox="1"/>
          <p:nvPr/>
        </p:nvSpPr>
        <p:spPr>
          <a:xfrm>
            <a:off x="323528" y="843558"/>
            <a:ext cx="8496944" cy="3885492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365760" indent="-282960">
              <a:spcBef>
                <a:spcPts val="601"/>
              </a:spcBef>
              <a:buClr>
                <a:srgbClr val="3891A7"/>
              </a:buClr>
              <a:buSzPct val="80000"/>
              <a:buFont typeface="Wingdings" charset="2"/>
              <a:buChar char=""/>
            </a:pPr>
            <a:r>
              <a:rPr lang="en-US" sz="1600" spc="-1" dirty="0">
                <a:latin typeface="Gill Sans MT"/>
              </a:rPr>
              <a:t>Problem Statement &amp; Motivations</a:t>
            </a:r>
          </a:p>
          <a:p>
            <a:pPr marL="822960" lvl="1" indent="-282960">
              <a:spcBef>
                <a:spcPts val="601"/>
              </a:spcBef>
              <a:buClr>
                <a:srgbClr val="3891A7"/>
              </a:buClr>
              <a:buSzPct val="80000"/>
              <a:buFont typeface="Wingdings" charset="2"/>
              <a:buChar char=""/>
            </a:pPr>
            <a:r>
              <a:rPr lang="en-US" sz="1400" spc="-1" dirty="0">
                <a:latin typeface="Gill Sans MT"/>
              </a:rPr>
              <a:t>Problem Statement</a:t>
            </a:r>
          </a:p>
          <a:p>
            <a:pPr marL="822960" lvl="1" indent="-282960">
              <a:spcBef>
                <a:spcPts val="601"/>
              </a:spcBef>
              <a:buClr>
                <a:srgbClr val="3891A7"/>
              </a:buClr>
              <a:buSzPct val="80000"/>
              <a:buFont typeface="Wingdings" charset="2"/>
              <a:buChar char=""/>
            </a:pPr>
            <a:r>
              <a:rPr lang="en-US" sz="1400" spc="-1" dirty="0">
                <a:latin typeface="Gill Sans MT"/>
              </a:rPr>
              <a:t>Motivations</a:t>
            </a:r>
          </a:p>
          <a:p>
            <a:pPr marL="365760" indent="-282960">
              <a:spcBef>
                <a:spcPts val="601"/>
              </a:spcBef>
              <a:buClr>
                <a:srgbClr val="3891A7"/>
              </a:buClr>
              <a:buSzPct val="80000"/>
              <a:buFont typeface="Wingdings" charset="2"/>
              <a:buChar char=""/>
            </a:pPr>
            <a:r>
              <a:rPr lang="en-US" sz="1600" spc="-1" dirty="0">
                <a:latin typeface="Gill Sans MT"/>
              </a:rPr>
              <a:t>Literature Review</a:t>
            </a:r>
          </a:p>
          <a:p>
            <a:pPr marL="822960" lvl="1" indent="-282960">
              <a:spcBef>
                <a:spcPts val="601"/>
              </a:spcBef>
              <a:buClr>
                <a:srgbClr val="3891A7"/>
              </a:buClr>
              <a:buSzPct val="80000"/>
              <a:buFont typeface="Wingdings" charset="2"/>
              <a:buChar char=""/>
            </a:pPr>
            <a:r>
              <a:rPr lang="en-IN" sz="1400" spc="-1" dirty="0">
                <a:solidFill>
                  <a:srgbClr val="000000"/>
                </a:solidFill>
                <a:latin typeface="Gill Sans MT"/>
              </a:rPr>
              <a:t>Existing Solutions &amp; Limitations </a:t>
            </a:r>
          </a:p>
          <a:p>
            <a:pPr marL="365760" indent="-282960">
              <a:spcBef>
                <a:spcPts val="601"/>
              </a:spcBef>
              <a:buClr>
                <a:srgbClr val="3891A7"/>
              </a:buClr>
              <a:buSzPct val="80000"/>
              <a:buFont typeface="Wingdings" charset="2"/>
              <a:buChar char=""/>
            </a:pPr>
            <a:r>
              <a:rPr lang="en-US" sz="1600" spc="-1" dirty="0">
                <a:latin typeface="Gill Sans MT"/>
              </a:rPr>
              <a:t>Proposed Methodology &amp; </a:t>
            </a:r>
            <a:r>
              <a:rPr lang="en-US" sz="1600" spc="-1">
                <a:latin typeface="Gill Sans MT"/>
              </a:rPr>
              <a:t>Approach </a:t>
            </a:r>
          </a:p>
          <a:p>
            <a:pPr marL="365760" indent="-282960">
              <a:spcBef>
                <a:spcPts val="601"/>
              </a:spcBef>
              <a:buClr>
                <a:srgbClr val="3891A7"/>
              </a:buClr>
              <a:buSzPct val="80000"/>
              <a:buFont typeface="Wingdings" charset="2"/>
              <a:buChar char=""/>
            </a:pPr>
            <a:r>
              <a:rPr lang="en-IN" sz="1600" spc="-1">
                <a:latin typeface="Gill Sans MT"/>
              </a:rPr>
              <a:t>Key </a:t>
            </a:r>
            <a:r>
              <a:rPr lang="en-IN" sz="1600" spc="-1" dirty="0">
                <a:latin typeface="Gill Sans MT"/>
              </a:rPr>
              <a:t>Components/Modules &amp; Algorithms Used</a:t>
            </a:r>
            <a:endParaRPr lang="en-US" sz="1600" spc="-1" dirty="0">
              <a:latin typeface="Gill Sans MT"/>
            </a:endParaRPr>
          </a:p>
          <a:p>
            <a:pPr marL="365760" indent="-282960">
              <a:spcBef>
                <a:spcPts val="601"/>
              </a:spcBef>
              <a:buClr>
                <a:srgbClr val="3891A7"/>
              </a:buClr>
              <a:buSzPct val="80000"/>
              <a:buFont typeface="Wingdings" charset="2"/>
              <a:buChar char=""/>
            </a:pPr>
            <a:r>
              <a:rPr lang="en-IN" sz="1600" spc="-1" dirty="0">
                <a:latin typeface="Gill Sans MT"/>
              </a:rPr>
              <a:t>Dataset &amp; Tools/Technologies</a:t>
            </a:r>
          </a:p>
          <a:p>
            <a:pPr marL="365760" indent="-282960">
              <a:spcBef>
                <a:spcPts val="601"/>
              </a:spcBef>
              <a:buClr>
                <a:srgbClr val="3891A7"/>
              </a:buClr>
              <a:buSzPct val="80000"/>
              <a:buFont typeface="Wingdings" charset="2"/>
              <a:buChar char=""/>
            </a:pPr>
            <a:r>
              <a:rPr lang="en-US" sz="1600" spc="-1" dirty="0">
                <a:latin typeface="Gill Sans MT"/>
              </a:rPr>
              <a:t>Work Done So Far (Implementation Progress)</a:t>
            </a:r>
          </a:p>
          <a:p>
            <a:pPr marL="365760" indent="-282960">
              <a:spcBef>
                <a:spcPts val="601"/>
              </a:spcBef>
              <a:buClr>
                <a:srgbClr val="3891A7"/>
              </a:buClr>
              <a:buSzPct val="80000"/>
              <a:buFont typeface="Wingdings" charset="2"/>
              <a:buChar char=""/>
            </a:pPr>
            <a:r>
              <a:rPr lang="en-IN" sz="1600" spc="-1" dirty="0">
                <a:latin typeface="Gill Sans MT"/>
              </a:rPr>
              <a:t>Preliminary Results (if any)</a:t>
            </a:r>
          </a:p>
          <a:p>
            <a:pPr marL="365760" indent="-282960">
              <a:spcBef>
                <a:spcPts val="601"/>
              </a:spcBef>
              <a:buClr>
                <a:srgbClr val="3891A7"/>
              </a:buClr>
              <a:buSzPct val="80000"/>
              <a:buFont typeface="Wingdings" charset="2"/>
              <a:buChar char=""/>
            </a:pPr>
            <a:r>
              <a:rPr lang="en-IN" sz="1600" spc="-1" dirty="0">
                <a:latin typeface="Gill Sans MT"/>
              </a:rPr>
              <a:t>Future Work Plan</a:t>
            </a:r>
            <a:endParaRPr lang="en-US" sz="1600" spc="-1" dirty="0">
              <a:latin typeface="Gill Sans MT"/>
            </a:endParaRPr>
          </a:p>
          <a:p>
            <a:pPr marL="365760" lvl="1" indent="-282960">
              <a:spcBef>
                <a:spcPts val="601"/>
              </a:spcBef>
              <a:buClr>
                <a:srgbClr val="3891A7"/>
              </a:buClr>
              <a:buSzPct val="80000"/>
              <a:buFont typeface="Wingdings" charset="2"/>
              <a:buChar char=""/>
            </a:pPr>
            <a:r>
              <a:rPr lang="da-DK" sz="1600" spc="-1" dirty="0">
                <a:latin typeface="Gill Sans MT"/>
              </a:rPr>
              <a:t>References</a:t>
            </a:r>
            <a:endParaRPr lang="en-US" sz="1600" spc="-1" dirty="0">
              <a:latin typeface="Gill Sans MT"/>
            </a:endParaRPr>
          </a:p>
        </p:txBody>
      </p:sp>
      <p:sp>
        <p:nvSpPr>
          <p:cNvPr id="103" name="TextShape 3"/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</a:pPr>
            <a:fld id="{598A15F4-BA1A-4DF0-8C36-812FE3A649CD}" type="slidenum">
              <a:rPr lang="en-IN" sz="1200" b="0" strike="noStrike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2</a:t>
            </a:fld>
            <a:endParaRPr lang="en-IN" sz="1200" b="0" strike="noStrike" spc="-1">
              <a:latin typeface="Times New Roman"/>
            </a:endParaRPr>
          </a:p>
        </p:txBody>
      </p:sp>
      <p:pic>
        <p:nvPicPr>
          <p:cNvPr id="104" name="Picture 2"/>
          <p:cNvPicPr/>
          <p:nvPr/>
        </p:nvPicPr>
        <p:blipFill>
          <a:blip r:embed="rId4" cstate="print"/>
          <a:stretch/>
        </p:blipFill>
        <p:spPr>
          <a:xfrm>
            <a:off x="8207896" y="0"/>
            <a:ext cx="936104" cy="915566"/>
          </a:xfrm>
          <a:prstGeom prst="rect">
            <a:avLst/>
          </a:prstGeom>
          <a:ln>
            <a:noFill/>
          </a:ln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/>
          <p:cNvSpPr txBox="1"/>
          <p:nvPr/>
        </p:nvSpPr>
        <p:spPr>
          <a:xfrm>
            <a:off x="480212" y="206010"/>
            <a:ext cx="8361928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  <a:t>Problem Statement</a:t>
            </a:r>
          </a:p>
        </p:txBody>
      </p:sp>
      <p:sp>
        <p:nvSpPr>
          <p:cNvPr id="106" name="TextShape 2"/>
          <p:cNvSpPr txBox="1"/>
          <p:nvPr/>
        </p:nvSpPr>
        <p:spPr>
          <a:xfrm>
            <a:off x="428596" y="1085940"/>
            <a:ext cx="8504804" cy="36001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endParaRPr lang="en-US" sz="2800" b="0" strike="noStrike" spc="-1" dirty="0">
              <a:solidFill>
                <a:srgbClr val="000000"/>
              </a:solidFill>
              <a:latin typeface="Gill Sans MT"/>
            </a:endParaRPr>
          </a:p>
          <a:p>
            <a:endParaRPr lang="en-US" sz="2800" b="0" strike="noStrike" spc="-1" dirty="0">
              <a:solidFill>
                <a:srgbClr val="000000"/>
              </a:solidFill>
              <a:latin typeface="Gill Sans MT"/>
            </a:endParaRPr>
          </a:p>
          <a:p>
            <a:pPr marL="402480">
              <a:lnSpc>
                <a:spcPct val="100000"/>
              </a:lnSpc>
              <a:spcBef>
                <a:spcPts val="550"/>
              </a:spcBef>
            </a:pPr>
            <a:endParaRPr lang="en-US" sz="2800" b="0" strike="noStrike" spc="-1" dirty="0">
              <a:solidFill>
                <a:srgbClr val="000000"/>
              </a:solidFill>
              <a:latin typeface="Gill Sans MT"/>
            </a:endParaRPr>
          </a:p>
          <a:p>
            <a:pPr>
              <a:lnSpc>
                <a:spcPct val="100000"/>
              </a:lnSpc>
              <a:spcBef>
                <a:spcPts val="601"/>
              </a:spcBef>
            </a:pPr>
            <a:endParaRPr lang="en-US" sz="2800" b="0" strike="noStrike" spc="-1" dirty="0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07" name="TextShape 3"/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</a:pPr>
            <a:fld id="{6524399E-7446-4F74-B823-A4CC295C522F}" type="slidenum">
              <a:rPr lang="en-IN" sz="1200" b="0" strike="noStrike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3</a:t>
            </a:fld>
            <a:endParaRPr lang="en-IN" sz="1200" b="0" strike="noStrike" spc="-1">
              <a:latin typeface="Times New Roman"/>
            </a:endParaRPr>
          </a:p>
        </p:txBody>
      </p:sp>
      <p:pic>
        <p:nvPicPr>
          <p:cNvPr id="108" name="Picture 2"/>
          <p:cNvPicPr/>
          <p:nvPr/>
        </p:nvPicPr>
        <p:blipFill>
          <a:blip r:embed="rId2" cstate="print"/>
          <a:stretch/>
        </p:blipFill>
        <p:spPr>
          <a:xfrm>
            <a:off x="8141432" y="0"/>
            <a:ext cx="970168" cy="915566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/>
          <p:cNvSpPr txBox="1"/>
          <p:nvPr/>
        </p:nvSpPr>
        <p:spPr>
          <a:xfrm>
            <a:off x="480212" y="206010"/>
            <a:ext cx="8361928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Autofit/>
          </a:bodyPr>
          <a:lstStyle/>
          <a:p>
            <a:r>
              <a:rPr lang="en-US" sz="2800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  <a:t>Motivations</a:t>
            </a:r>
          </a:p>
        </p:txBody>
      </p:sp>
      <p:sp>
        <p:nvSpPr>
          <p:cNvPr id="106" name="TextShape 2"/>
          <p:cNvSpPr txBox="1"/>
          <p:nvPr/>
        </p:nvSpPr>
        <p:spPr>
          <a:xfrm>
            <a:off x="428596" y="1085940"/>
            <a:ext cx="8504804" cy="36001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endParaRPr lang="en-US" sz="2800" b="0" strike="noStrike" spc="-1" dirty="0">
              <a:solidFill>
                <a:srgbClr val="000000"/>
              </a:solidFill>
              <a:latin typeface="Gill Sans MT"/>
            </a:endParaRPr>
          </a:p>
          <a:p>
            <a:endParaRPr lang="en-US" sz="2800" b="0" strike="noStrike" spc="-1" dirty="0">
              <a:solidFill>
                <a:srgbClr val="000000"/>
              </a:solidFill>
              <a:latin typeface="Gill Sans MT"/>
            </a:endParaRPr>
          </a:p>
          <a:p>
            <a:endParaRPr lang="en-US" sz="2800" b="0" strike="noStrike" spc="-1" dirty="0">
              <a:solidFill>
                <a:srgbClr val="000000"/>
              </a:solidFill>
              <a:latin typeface="Gill Sans MT"/>
            </a:endParaRPr>
          </a:p>
          <a:p>
            <a:pPr marL="402480">
              <a:lnSpc>
                <a:spcPct val="100000"/>
              </a:lnSpc>
              <a:spcBef>
                <a:spcPts val="550"/>
              </a:spcBef>
            </a:pPr>
            <a:endParaRPr lang="en-US" sz="2800" b="0" strike="noStrike" spc="-1" dirty="0">
              <a:solidFill>
                <a:srgbClr val="000000"/>
              </a:solidFill>
              <a:latin typeface="Gill Sans MT"/>
            </a:endParaRPr>
          </a:p>
          <a:p>
            <a:pPr>
              <a:lnSpc>
                <a:spcPct val="100000"/>
              </a:lnSpc>
              <a:spcBef>
                <a:spcPts val="601"/>
              </a:spcBef>
            </a:pPr>
            <a:endParaRPr lang="en-US" sz="2800" b="0" strike="noStrike" spc="-1" dirty="0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07" name="TextShape 3"/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</a:pPr>
            <a:fld id="{6524399E-7446-4F74-B823-A4CC295C522F}" type="slidenum">
              <a:rPr lang="en-IN" sz="1200" b="0" strike="noStrike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4</a:t>
            </a:fld>
            <a:endParaRPr lang="en-IN" sz="1200" b="0" strike="noStrike" spc="-1">
              <a:latin typeface="Times New Roman"/>
            </a:endParaRPr>
          </a:p>
        </p:txBody>
      </p:sp>
      <p:pic>
        <p:nvPicPr>
          <p:cNvPr id="108" name="Picture 2"/>
          <p:cNvPicPr/>
          <p:nvPr/>
        </p:nvPicPr>
        <p:blipFill>
          <a:blip r:embed="rId2" cstate="print"/>
          <a:stretch/>
        </p:blipFill>
        <p:spPr>
          <a:xfrm>
            <a:off x="8173832" y="1890"/>
            <a:ext cx="970168" cy="91367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814548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Shape 1"/>
          <p:cNvSpPr txBox="1"/>
          <p:nvPr/>
        </p:nvSpPr>
        <p:spPr>
          <a:xfrm>
            <a:off x="107504" y="-61167"/>
            <a:ext cx="8290490" cy="412355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rmAutofit fontScale="25000" lnSpcReduction="20000"/>
          </a:bodyPr>
          <a:lstStyle/>
          <a:p>
            <a:pPr>
              <a:lnSpc>
                <a:spcPct val="100000"/>
              </a:lnSpc>
            </a:pPr>
            <a:br>
              <a:rPr dirty="0"/>
            </a:br>
            <a:r>
              <a:rPr lang="en-US" sz="11200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  <a:t>Literature Review</a:t>
            </a:r>
          </a:p>
        </p:txBody>
      </p:sp>
      <p:sp>
        <p:nvSpPr>
          <p:cNvPr id="110" name="TextShape 2"/>
          <p:cNvSpPr txBox="1"/>
          <p:nvPr/>
        </p:nvSpPr>
        <p:spPr>
          <a:xfrm>
            <a:off x="538350" y="1076610"/>
            <a:ext cx="8395050" cy="360951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endParaRPr lang="en-US" sz="2400" b="0" strike="noStrike" spc="-1" dirty="0">
              <a:solidFill>
                <a:srgbClr val="000000"/>
              </a:solidFill>
              <a:latin typeface="Gill Sans MT"/>
            </a:endParaRPr>
          </a:p>
          <a:p>
            <a:endParaRPr lang="en-US" sz="2400" b="0" strike="noStrike" spc="-1" dirty="0">
              <a:solidFill>
                <a:srgbClr val="000000"/>
              </a:solidFill>
              <a:latin typeface="Gill Sans MT"/>
            </a:endParaRPr>
          </a:p>
          <a:p>
            <a:pPr marL="402480">
              <a:lnSpc>
                <a:spcPct val="100000"/>
              </a:lnSpc>
              <a:spcBef>
                <a:spcPts val="550"/>
              </a:spcBef>
            </a:pPr>
            <a:endParaRPr lang="en-US" sz="2400" b="0" strike="noStrike" spc="-1" dirty="0">
              <a:solidFill>
                <a:srgbClr val="000000"/>
              </a:solidFill>
              <a:latin typeface="Gill Sans MT"/>
            </a:endParaRPr>
          </a:p>
          <a:p>
            <a:pPr marL="82440">
              <a:lnSpc>
                <a:spcPct val="100000"/>
              </a:lnSpc>
              <a:spcBef>
                <a:spcPts val="601"/>
              </a:spcBef>
            </a:pPr>
            <a:endParaRPr lang="en-US" sz="2400" b="0" strike="noStrike" spc="-1" dirty="0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11" name="TextShape 3"/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</a:pPr>
            <a:fld id="{528F5C0C-45A4-465E-8315-A9258DDEFD0F}" type="slidenum">
              <a:rPr lang="en-IN" sz="1200" b="0" strike="noStrike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5</a:t>
            </a:fld>
            <a:endParaRPr lang="en-IN" sz="1200" b="0" strike="noStrike" spc="-1">
              <a:latin typeface="Times New Roman"/>
            </a:endParaRPr>
          </a:p>
        </p:txBody>
      </p:sp>
      <p:pic>
        <p:nvPicPr>
          <p:cNvPr id="112" name="Picture 2"/>
          <p:cNvPicPr/>
          <p:nvPr/>
        </p:nvPicPr>
        <p:blipFill>
          <a:blip r:embed="rId2" cstate="print"/>
          <a:stretch/>
        </p:blipFill>
        <p:spPr>
          <a:xfrm>
            <a:off x="8166976" y="0"/>
            <a:ext cx="977024" cy="915566"/>
          </a:xfrm>
          <a:prstGeom prst="rect">
            <a:avLst/>
          </a:prstGeom>
          <a:ln>
            <a:noFill/>
          </a:ln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7C9E7DC-9F59-8E73-4E17-BD145ED979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9267707"/>
              </p:ext>
            </p:extLst>
          </p:nvPr>
        </p:nvGraphicFramePr>
        <p:xfrm>
          <a:off x="538350" y="862772"/>
          <a:ext cx="7632848" cy="3909933"/>
        </p:xfrm>
        <a:graphic>
          <a:graphicData uri="http://schemas.openxmlformats.org/drawingml/2006/table">
            <a:tbl>
              <a:tblPr/>
              <a:tblGrid>
                <a:gridCol w="876328">
                  <a:extLst>
                    <a:ext uri="{9D8B030D-6E8A-4147-A177-3AD203B41FA5}">
                      <a16:colId xmlns:a16="http://schemas.microsoft.com/office/drawing/2014/main" val="1724099349"/>
                    </a:ext>
                  </a:extLst>
                </a:gridCol>
                <a:gridCol w="906431">
                  <a:extLst>
                    <a:ext uri="{9D8B030D-6E8A-4147-A177-3AD203B41FA5}">
                      <a16:colId xmlns:a16="http://schemas.microsoft.com/office/drawing/2014/main" val="3311417763"/>
                    </a:ext>
                  </a:extLst>
                </a:gridCol>
                <a:gridCol w="1533960">
                  <a:extLst>
                    <a:ext uri="{9D8B030D-6E8A-4147-A177-3AD203B41FA5}">
                      <a16:colId xmlns:a16="http://schemas.microsoft.com/office/drawing/2014/main" val="674294725"/>
                    </a:ext>
                  </a:extLst>
                </a:gridCol>
                <a:gridCol w="1603685">
                  <a:extLst>
                    <a:ext uri="{9D8B030D-6E8A-4147-A177-3AD203B41FA5}">
                      <a16:colId xmlns:a16="http://schemas.microsoft.com/office/drawing/2014/main" val="1914132485"/>
                    </a:ext>
                  </a:extLst>
                </a:gridCol>
                <a:gridCol w="1324783">
                  <a:extLst>
                    <a:ext uri="{9D8B030D-6E8A-4147-A177-3AD203B41FA5}">
                      <a16:colId xmlns:a16="http://schemas.microsoft.com/office/drawing/2014/main" val="3409910383"/>
                    </a:ext>
                  </a:extLst>
                </a:gridCol>
                <a:gridCol w="1387661">
                  <a:extLst>
                    <a:ext uri="{9D8B030D-6E8A-4147-A177-3AD203B41FA5}">
                      <a16:colId xmlns:a16="http://schemas.microsoft.com/office/drawing/2014/main" val="3300975957"/>
                    </a:ext>
                  </a:extLst>
                </a:gridCol>
              </a:tblGrid>
              <a:tr h="4422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b="1" dirty="0"/>
                        <a:t>S. No.</a:t>
                      </a:r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b="1" dirty="0"/>
                        <a:t>Author &amp; Year</a:t>
                      </a:r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b="1" dirty="0"/>
                        <a:t>Methods/Techniques Used</a:t>
                      </a:r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b="1" dirty="0"/>
                        <a:t>Dataset Used</a:t>
                      </a:r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b="1" baseline="0" dirty="0"/>
                        <a:t> Research </a:t>
                      </a:r>
                      <a:r>
                        <a:rPr lang="en-IN" sz="1100" b="1" dirty="0"/>
                        <a:t>Outcomes</a:t>
                      </a:r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b="1" dirty="0"/>
                        <a:t>Findings</a:t>
                      </a:r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053993"/>
                  </a:ext>
                </a:extLst>
              </a:tr>
              <a:tr h="97350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dirty="0"/>
                        <a:t>Example 1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000" dirty="0"/>
                        <a:t>Smith et al. (2022)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Feature Extraction: Ensemble Learning Classification: Random Forest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000" dirty="0"/>
                        <a:t>UCI Repository, Python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dirty="0"/>
                        <a:t>Accuracy: 92–95% </a:t>
                      </a:r>
                      <a:br>
                        <a:rPr lang="en-US" sz="1000" dirty="0"/>
                      </a:br>
                      <a:r>
                        <a:rPr lang="en-US" sz="1000" dirty="0"/>
                        <a:t>F1 Score: 0.91 </a:t>
                      </a:r>
                      <a:br>
                        <a:rPr lang="en-US" sz="1000" dirty="0"/>
                      </a:br>
                      <a:r>
                        <a:rPr lang="en-US" sz="1000" dirty="0"/>
                        <a:t>AUC: 0.93 </a:t>
                      </a:r>
                      <a:br>
                        <a:rPr lang="en-US" sz="1000" dirty="0"/>
                      </a:br>
                      <a:r>
                        <a:rPr lang="en-US" sz="1000" dirty="0"/>
                        <a:t>Recall: 0.90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dirty="0"/>
                        <a:t>High accuracy with structured data; stable and reliable performance but limited scalability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7779618"/>
                  </a:ext>
                </a:extLst>
              </a:tr>
              <a:tr h="9735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Example 2</a:t>
                      </a:r>
                      <a:endParaRPr lang="en-IN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Kumar &amp; Patel (2023)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000" dirty="0"/>
                        <a:t>Feature Extraction: CNN (Deep Learning) </a:t>
                      </a:r>
                      <a:br>
                        <a:rPr lang="en-US" sz="1000" dirty="0"/>
                      </a:br>
                      <a:r>
                        <a:rPr lang="en-US" sz="1000" dirty="0"/>
                        <a:t>Classification: Convolutional Neural Network</a:t>
                      </a:r>
                      <a:endParaRPr lang="en-IN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000" dirty="0"/>
                        <a:t>Custom Dataset, TensorFlow/</a:t>
                      </a:r>
                      <a:r>
                        <a:rPr lang="en-IN" sz="1000" dirty="0" err="1"/>
                        <a:t>Keras</a:t>
                      </a:r>
                      <a:endParaRPr lang="en-IN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000" dirty="0"/>
                        <a:t>Accuracy: 90–93% </a:t>
                      </a:r>
                      <a:br>
                        <a:rPr lang="en-US" sz="1000" dirty="0"/>
                      </a:br>
                      <a:r>
                        <a:rPr lang="en-US" sz="1000" dirty="0"/>
                        <a:t>F1 Score: 0.89 </a:t>
                      </a:r>
                      <a:br>
                        <a:rPr lang="en-US" sz="1000" dirty="0"/>
                      </a:br>
                      <a:r>
                        <a:rPr lang="en-US" sz="1000" dirty="0"/>
                        <a:t>AUC: 0.91 </a:t>
                      </a:r>
                      <a:br>
                        <a:rPr lang="en-US" sz="1000" dirty="0"/>
                      </a:br>
                      <a:r>
                        <a:rPr lang="en-US" sz="1000" dirty="0"/>
                        <a:t>Recall: 0.88</a:t>
                      </a:r>
                      <a:endParaRPr lang="en-IN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000" dirty="0"/>
                        <a:t>Superior performance with automatic feature extraction; computationally expensive and requires large data</a:t>
                      </a:r>
                      <a:endParaRPr lang="en-IN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4471201"/>
                  </a:ext>
                </a:extLst>
              </a:tr>
              <a:tr h="4422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dirty="0"/>
                        <a:t>3</a:t>
                      </a:r>
                      <a:endParaRPr lang="en-IN" sz="1100" dirty="0"/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IN" sz="1100" dirty="0"/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endParaRPr lang="en-IN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endParaRPr lang="en-IN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endParaRPr lang="en-IN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endParaRPr lang="en-US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7702041"/>
                  </a:ext>
                </a:extLst>
              </a:tr>
              <a:tr h="45152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dirty="0"/>
                        <a:t>4</a:t>
                      </a:r>
                      <a:endParaRPr lang="en-IN" sz="1100" dirty="0"/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IN" sz="1100" dirty="0"/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endParaRPr lang="en-IN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endParaRPr lang="en-IN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endParaRPr lang="en-IN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endParaRPr lang="en-US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716339"/>
                  </a:ext>
                </a:extLst>
              </a:tr>
              <a:tr h="4422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IN" sz="1100" dirty="0"/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IN" sz="1100" dirty="0"/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IN" sz="1100" dirty="0"/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IN" sz="1100"/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IN" sz="1100"/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IN" sz="1100" dirty="0"/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3329206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B28901D8-0FDB-FB2D-846C-59B0233D0C7C}"/>
              </a:ext>
            </a:extLst>
          </p:cNvPr>
          <p:cNvSpPr txBox="1"/>
          <p:nvPr/>
        </p:nvSpPr>
        <p:spPr>
          <a:xfrm>
            <a:off x="210600" y="447274"/>
            <a:ext cx="72615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Table 1:Summary of Existing Approaches and Research </a:t>
            </a:r>
            <a:r>
              <a:rPr lang="en-IN" sz="1200" dirty="0"/>
              <a:t>Limitations</a:t>
            </a:r>
          </a:p>
          <a:p>
            <a:pPr algn="ctr"/>
            <a:r>
              <a:rPr lang="en-US" sz="1200" dirty="0"/>
              <a:t>[Example Table for Reference]</a:t>
            </a:r>
            <a:endParaRPr lang="en-IN" sz="1200" dirty="0"/>
          </a:p>
          <a:p>
            <a:pPr algn="ctr"/>
            <a:endParaRPr lang="en-IN" sz="1200" dirty="0"/>
          </a:p>
          <a:p>
            <a:endParaRPr lang="en-IN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F9377-90C0-0315-2E0E-D3987B4BB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>
            <a:extLst>
              <a:ext uri="{FF2B5EF4-FFF2-40B4-BE49-F238E27FC236}">
                <a16:creationId xmlns:a16="http://schemas.microsoft.com/office/drawing/2014/main" id="{98A1BA01-D1E7-7AEE-A1B0-FAE1027D7D79}"/>
              </a:ext>
            </a:extLst>
          </p:cNvPr>
          <p:cNvSpPr txBox="1"/>
          <p:nvPr/>
        </p:nvSpPr>
        <p:spPr>
          <a:xfrm>
            <a:off x="480212" y="206010"/>
            <a:ext cx="8361928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-1" normalizeH="0" baseline="0" noProof="0" dirty="0">
                <a:ln>
                  <a:noFill/>
                </a:ln>
                <a:solidFill>
                  <a:srgbClr val="572314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Research Gap &amp; Improvements</a:t>
            </a:r>
          </a:p>
        </p:txBody>
      </p:sp>
      <p:sp>
        <p:nvSpPr>
          <p:cNvPr id="106" name="TextShape 2">
            <a:extLst>
              <a:ext uri="{FF2B5EF4-FFF2-40B4-BE49-F238E27FC236}">
                <a16:creationId xmlns:a16="http://schemas.microsoft.com/office/drawing/2014/main" id="{50E6CA8D-B2CA-6B1F-3070-ABCE97CC5173}"/>
              </a:ext>
            </a:extLst>
          </p:cNvPr>
          <p:cNvSpPr txBox="1"/>
          <p:nvPr/>
        </p:nvSpPr>
        <p:spPr>
          <a:xfrm>
            <a:off x="428596" y="1085940"/>
            <a:ext cx="8504804" cy="36001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402480" marR="0" lvl="0" indent="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107" name="TextShape 3">
            <a:extLst>
              <a:ext uri="{FF2B5EF4-FFF2-40B4-BE49-F238E27FC236}">
                <a16:creationId xmlns:a16="http://schemas.microsoft.com/office/drawing/2014/main" id="{EBE13820-C3A0-965A-C580-C4C2AFB57D18}"/>
              </a:ext>
            </a:extLst>
          </p:cNvPr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24399E-7446-4F74-B823-A4CC295C522F}" type="slidenum">
              <a:rPr kumimoji="0" lang="en-IN" sz="1200" b="0" i="0" u="none" strike="noStrike" kern="1200" cap="none" spc="-1" normalizeH="0" baseline="0" noProof="0">
                <a:ln>
                  <a:noFill/>
                </a:ln>
                <a:solidFill>
                  <a:srgbClr val="B5A989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IN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pic>
        <p:nvPicPr>
          <p:cNvPr id="108" name="Picture 2">
            <a:extLst>
              <a:ext uri="{FF2B5EF4-FFF2-40B4-BE49-F238E27FC236}">
                <a16:creationId xmlns:a16="http://schemas.microsoft.com/office/drawing/2014/main" id="{A3663DAC-5F65-9309-F789-B1E6CB71DB67}"/>
              </a:ext>
            </a:extLst>
          </p:cNvPr>
          <p:cNvPicPr/>
          <p:nvPr/>
        </p:nvPicPr>
        <p:blipFill>
          <a:blip r:embed="rId2" cstate="print"/>
          <a:stretch/>
        </p:blipFill>
        <p:spPr>
          <a:xfrm>
            <a:off x="8173832" y="1890"/>
            <a:ext cx="970168" cy="91367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534642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A59BD-49C5-EEF4-69EB-420E3CAA4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>
            <a:extLst>
              <a:ext uri="{FF2B5EF4-FFF2-40B4-BE49-F238E27FC236}">
                <a16:creationId xmlns:a16="http://schemas.microsoft.com/office/drawing/2014/main" id="{7D4CD70E-5418-1FC5-1EDB-192C2A5FA046}"/>
              </a:ext>
            </a:extLst>
          </p:cNvPr>
          <p:cNvSpPr txBox="1"/>
          <p:nvPr/>
        </p:nvSpPr>
        <p:spPr>
          <a:xfrm>
            <a:off x="480212" y="206010"/>
            <a:ext cx="8361928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-1" normalizeH="0" baseline="0" noProof="0" dirty="0">
                <a:ln>
                  <a:noFill/>
                </a:ln>
                <a:solidFill>
                  <a:srgbClr val="572314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Proposed Solution &amp; Architecture</a:t>
            </a:r>
          </a:p>
        </p:txBody>
      </p:sp>
      <p:sp>
        <p:nvSpPr>
          <p:cNvPr id="106" name="TextShape 2">
            <a:extLst>
              <a:ext uri="{FF2B5EF4-FFF2-40B4-BE49-F238E27FC236}">
                <a16:creationId xmlns:a16="http://schemas.microsoft.com/office/drawing/2014/main" id="{FBA454CB-B805-4DE9-8F6E-EEE582D197EF}"/>
              </a:ext>
            </a:extLst>
          </p:cNvPr>
          <p:cNvSpPr txBox="1"/>
          <p:nvPr/>
        </p:nvSpPr>
        <p:spPr>
          <a:xfrm>
            <a:off x="428596" y="1085940"/>
            <a:ext cx="8504804" cy="36001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402480" marR="0" lvl="0" indent="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107" name="TextShape 3">
            <a:extLst>
              <a:ext uri="{FF2B5EF4-FFF2-40B4-BE49-F238E27FC236}">
                <a16:creationId xmlns:a16="http://schemas.microsoft.com/office/drawing/2014/main" id="{C56AA8D6-1D20-8753-1AD2-B484C9B11495}"/>
              </a:ext>
            </a:extLst>
          </p:cNvPr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24399E-7446-4F74-B823-A4CC295C522F}" type="slidenum">
              <a:rPr kumimoji="0" lang="en-IN" sz="1200" b="0" i="0" u="none" strike="noStrike" kern="1200" cap="none" spc="-1" normalizeH="0" baseline="0" noProof="0">
                <a:ln>
                  <a:noFill/>
                </a:ln>
                <a:solidFill>
                  <a:srgbClr val="B5A989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IN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pic>
        <p:nvPicPr>
          <p:cNvPr id="108" name="Picture 2">
            <a:extLst>
              <a:ext uri="{FF2B5EF4-FFF2-40B4-BE49-F238E27FC236}">
                <a16:creationId xmlns:a16="http://schemas.microsoft.com/office/drawing/2014/main" id="{DB44850F-263A-20A8-CC64-6043759B95A1}"/>
              </a:ext>
            </a:extLst>
          </p:cNvPr>
          <p:cNvPicPr/>
          <p:nvPr/>
        </p:nvPicPr>
        <p:blipFill>
          <a:blip r:embed="rId3" cstate="print"/>
          <a:stretch/>
        </p:blipFill>
        <p:spPr>
          <a:xfrm>
            <a:off x="8173832" y="1890"/>
            <a:ext cx="970168" cy="913676"/>
          </a:xfrm>
          <a:prstGeom prst="rect">
            <a:avLst/>
          </a:prstGeom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029F60B-728B-DD7D-BD8D-2910CE6EA277}"/>
              </a:ext>
            </a:extLst>
          </p:cNvPr>
          <p:cNvSpPr txBox="1"/>
          <p:nvPr/>
        </p:nvSpPr>
        <p:spPr>
          <a:xfrm>
            <a:off x="1043608" y="3291830"/>
            <a:ext cx="64087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1200" dirty="0"/>
          </a:p>
          <a:p>
            <a:pPr algn="ctr"/>
            <a:endParaRPr lang="en-US" sz="1200" dirty="0"/>
          </a:p>
          <a:p>
            <a:pPr algn="ctr"/>
            <a:endParaRPr lang="en-US" sz="1200" dirty="0"/>
          </a:p>
          <a:p>
            <a:pPr algn="ctr"/>
            <a:endParaRPr lang="en-US" sz="1200" dirty="0"/>
          </a:p>
          <a:p>
            <a:pPr algn="ctr"/>
            <a:endParaRPr lang="en-US" sz="1200" dirty="0"/>
          </a:p>
          <a:p>
            <a:pPr algn="ctr"/>
            <a:r>
              <a:rPr lang="en-US" sz="1200" dirty="0"/>
              <a:t>Fig. 1: Workflow of the Proposed Model</a:t>
            </a:r>
          </a:p>
          <a:p>
            <a:pPr algn="ctr"/>
            <a:r>
              <a:rPr lang="en-US" sz="1200" dirty="0"/>
              <a:t>[Example Figure for Reference]</a:t>
            </a:r>
            <a:endParaRPr lang="en-IN" sz="1200" dirty="0"/>
          </a:p>
          <a:p>
            <a:pPr algn="ctr"/>
            <a:endParaRPr lang="en-IN" sz="12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56B9CB9-2511-C3FB-11AE-0FFB9CDC8FA8}"/>
              </a:ext>
            </a:extLst>
          </p:cNvPr>
          <p:cNvGrpSpPr/>
          <p:nvPr/>
        </p:nvGrpSpPr>
        <p:grpSpPr>
          <a:xfrm>
            <a:off x="2627784" y="1043010"/>
            <a:ext cx="3201516" cy="3014550"/>
            <a:chOff x="0" y="0"/>
            <a:chExt cx="2514600" cy="4434840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2F7272CB-7476-5B14-854B-1D7608D1CDC0}"/>
                </a:ext>
              </a:extLst>
            </p:cNvPr>
            <p:cNvCxnSpPr/>
            <p:nvPr/>
          </p:nvCxnSpPr>
          <p:spPr>
            <a:xfrm>
              <a:off x="1177290" y="510540"/>
              <a:ext cx="10264" cy="20574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D772D20-DB9D-E69B-493A-A8266514884D}"/>
                </a:ext>
              </a:extLst>
            </p:cNvPr>
            <p:cNvSpPr/>
            <p:nvPr/>
          </p:nvSpPr>
          <p:spPr>
            <a:xfrm>
              <a:off x="198120" y="731520"/>
              <a:ext cx="1950098" cy="43434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800"/>
                </a:spcAft>
                <a:buNone/>
              </a:pPr>
              <a:r>
                <a:rPr lang="en-US" sz="1200" kern="100"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Preprocessing </a:t>
              </a:r>
              <a:endParaRPr lang="en-IN" sz="1200" kern="100">
                <a:effectLst/>
                <a:ea typeface="Aptos" panose="020B0004020202020204" pitchFamily="34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1D7C50C1-D952-CD5D-0680-765D9C47E40E}"/>
                </a:ext>
              </a:extLst>
            </p:cNvPr>
            <p:cNvCxnSpPr/>
            <p:nvPr/>
          </p:nvCxnSpPr>
          <p:spPr>
            <a:xfrm>
              <a:off x="1203960" y="1165860"/>
              <a:ext cx="10264" cy="17526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80E9CDF-2D7C-1B2C-A0A7-6279B9DBB75D}"/>
                </a:ext>
              </a:extLst>
            </p:cNvPr>
            <p:cNvSpPr/>
            <p:nvPr/>
          </p:nvSpPr>
          <p:spPr>
            <a:xfrm>
              <a:off x="22860" y="1363980"/>
              <a:ext cx="2411963" cy="55626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800"/>
                </a:spcAft>
                <a:buNone/>
              </a:pPr>
              <a:r>
                <a:rPr lang="en-IN" sz="1200" kern="100" dirty="0"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CNN-Based Feature Extraction &amp; Selection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086D5F61-7309-BF8B-56A9-7E2826C7DD9D}"/>
                </a:ext>
              </a:extLst>
            </p:cNvPr>
            <p:cNvCxnSpPr/>
            <p:nvPr/>
          </p:nvCxnSpPr>
          <p:spPr>
            <a:xfrm>
              <a:off x="1219200" y="1935480"/>
              <a:ext cx="0" cy="18288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CC9B21D-983A-8BE7-5B2C-8585A04E80BD}"/>
                </a:ext>
              </a:extLst>
            </p:cNvPr>
            <p:cNvSpPr/>
            <p:nvPr/>
          </p:nvSpPr>
          <p:spPr>
            <a:xfrm>
              <a:off x="114300" y="2164080"/>
              <a:ext cx="2206690" cy="33528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800"/>
                </a:spcAft>
                <a:buNone/>
              </a:pPr>
              <a:r>
                <a:rPr lang="en-IN" sz="1200" kern="100"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Attention Mechanism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8E1E82C-7D60-8D04-B086-B47D23CCCFD1}"/>
                </a:ext>
              </a:extLst>
            </p:cNvPr>
            <p:cNvSpPr/>
            <p:nvPr/>
          </p:nvSpPr>
          <p:spPr>
            <a:xfrm>
              <a:off x="0" y="2750820"/>
              <a:ext cx="2514600" cy="41148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800"/>
                </a:spcAft>
                <a:buNone/>
              </a:pPr>
              <a:r>
                <a:rPr lang="en-US" sz="1200" kern="100"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Classification</a:t>
              </a:r>
              <a:endParaRPr lang="en-IN" sz="1200" kern="100">
                <a:effectLst/>
                <a:ea typeface="Aptos" panose="020B0004020202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DBC1DD5-0797-1B1E-7D09-951F72079796}"/>
                </a:ext>
              </a:extLst>
            </p:cNvPr>
            <p:cNvSpPr/>
            <p:nvPr/>
          </p:nvSpPr>
          <p:spPr>
            <a:xfrm>
              <a:off x="350520" y="3436620"/>
              <a:ext cx="1939834" cy="4953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800"/>
                </a:spcAft>
                <a:buNone/>
              </a:pPr>
              <a:r>
                <a:rPr lang="en-US" sz="1200" kern="100"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Result Analysis</a:t>
              </a:r>
              <a:endParaRPr lang="en-IN" sz="1200" kern="100">
                <a:effectLst/>
                <a:ea typeface="Aptos" panose="020B0004020202020204" pitchFamily="34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F53534CB-B2E2-BE8C-B403-91FAECEFCDDC}"/>
                </a:ext>
              </a:extLst>
            </p:cNvPr>
            <p:cNvCxnSpPr/>
            <p:nvPr/>
          </p:nvCxnSpPr>
          <p:spPr>
            <a:xfrm>
              <a:off x="1264920" y="3870960"/>
              <a:ext cx="0" cy="18288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DF77AB0F-D310-B047-3868-C7F9ED0E658F}"/>
                </a:ext>
              </a:extLst>
            </p:cNvPr>
            <p:cNvCxnSpPr/>
            <p:nvPr/>
          </p:nvCxnSpPr>
          <p:spPr>
            <a:xfrm>
              <a:off x="1264920" y="2499360"/>
              <a:ext cx="0" cy="2286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34566CC-89DE-90D6-A4EC-C497D14CB0CF}"/>
                </a:ext>
              </a:extLst>
            </p:cNvPr>
            <p:cNvSpPr/>
            <p:nvPr/>
          </p:nvSpPr>
          <p:spPr>
            <a:xfrm>
              <a:off x="678180" y="4061460"/>
              <a:ext cx="1416387" cy="37338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800"/>
                </a:spcAft>
                <a:buNone/>
              </a:pPr>
              <a:r>
                <a:rPr lang="en-US" sz="1200" kern="100"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Final Output</a:t>
              </a:r>
              <a:endParaRPr lang="en-IN" sz="1200" kern="100">
                <a:effectLst/>
                <a:ea typeface="Aptos" panose="020B0004020202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Cylinder 15">
              <a:extLst>
                <a:ext uri="{FF2B5EF4-FFF2-40B4-BE49-F238E27FC236}">
                  <a16:creationId xmlns:a16="http://schemas.microsoft.com/office/drawing/2014/main" id="{E58BCF28-3C2B-98BF-431E-7C5E007E8CF0}"/>
                </a:ext>
              </a:extLst>
            </p:cNvPr>
            <p:cNvSpPr/>
            <p:nvPr/>
          </p:nvSpPr>
          <p:spPr>
            <a:xfrm>
              <a:off x="441960" y="0"/>
              <a:ext cx="1611397" cy="510540"/>
            </a:xfrm>
            <a:prstGeom prst="can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800"/>
                </a:spcAft>
                <a:buNone/>
              </a:pPr>
              <a:r>
                <a:rPr lang="en-US" sz="1200" kern="100"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Brain MRI data</a:t>
              </a:r>
              <a:endParaRPr lang="en-IN" sz="1200" kern="100">
                <a:effectLst/>
                <a:ea typeface="Aptos" panose="020B0004020202020204" pitchFamily="34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BD5F28BA-4275-CDC1-3EC5-0255E8533204}"/>
                </a:ext>
              </a:extLst>
            </p:cNvPr>
            <p:cNvCxnSpPr/>
            <p:nvPr/>
          </p:nvCxnSpPr>
          <p:spPr>
            <a:xfrm flipH="1">
              <a:off x="1272540" y="3169920"/>
              <a:ext cx="15240" cy="2667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757869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60F32-27DF-3A98-D9C2-8C41DFB78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>
            <a:extLst>
              <a:ext uri="{FF2B5EF4-FFF2-40B4-BE49-F238E27FC236}">
                <a16:creationId xmlns:a16="http://schemas.microsoft.com/office/drawing/2014/main" id="{4C9E006D-5246-58F6-E588-2C0922871ECD}"/>
              </a:ext>
            </a:extLst>
          </p:cNvPr>
          <p:cNvSpPr txBox="1"/>
          <p:nvPr/>
        </p:nvSpPr>
        <p:spPr>
          <a:xfrm>
            <a:off x="480212" y="-168483"/>
            <a:ext cx="8361928" cy="553636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Autofit/>
          </a:bodyPr>
          <a:lstStyle/>
          <a:p>
            <a:pPr lvl="0">
              <a:defRPr/>
            </a:pPr>
            <a:r>
              <a:rPr kumimoji="0" lang="en-US" sz="2800" b="1" i="0" u="none" strike="noStrike" kern="1200" cap="none" spc="-1" normalizeH="0" baseline="0" noProof="0" dirty="0">
                <a:ln>
                  <a:noFill/>
                </a:ln>
                <a:solidFill>
                  <a:srgbClr val="572314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Proposed Solution &amp; Architecture</a:t>
            </a:r>
            <a:r>
              <a:rPr lang="en-US" sz="2800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  <a:t>		 cont.</a:t>
            </a:r>
            <a:endParaRPr kumimoji="0" lang="en-US" sz="2800" b="1" i="0" u="none" strike="noStrike" kern="1200" cap="none" spc="-1" normalizeH="0" baseline="0" noProof="0" dirty="0">
              <a:ln>
                <a:noFill/>
              </a:ln>
              <a:solidFill>
                <a:srgbClr val="572314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106" name="TextShape 2">
            <a:extLst>
              <a:ext uri="{FF2B5EF4-FFF2-40B4-BE49-F238E27FC236}">
                <a16:creationId xmlns:a16="http://schemas.microsoft.com/office/drawing/2014/main" id="{2CD44DE5-A20F-E89E-BB16-07701DC74DB1}"/>
              </a:ext>
            </a:extLst>
          </p:cNvPr>
          <p:cNvSpPr txBox="1"/>
          <p:nvPr/>
        </p:nvSpPr>
        <p:spPr>
          <a:xfrm>
            <a:off x="366134" y="1085939"/>
            <a:ext cx="8504804" cy="3141994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402480" marR="0" lvl="0" indent="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107" name="TextShape 3">
            <a:extLst>
              <a:ext uri="{FF2B5EF4-FFF2-40B4-BE49-F238E27FC236}">
                <a16:creationId xmlns:a16="http://schemas.microsoft.com/office/drawing/2014/main" id="{056D3CEB-3778-A612-250E-7B618D9549FB}"/>
              </a:ext>
            </a:extLst>
          </p:cNvPr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24399E-7446-4F74-B823-A4CC295C522F}" type="slidenum">
              <a:rPr kumimoji="0" lang="en-IN" sz="1200" b="0" i="0" u="none" strike="noStrike" kern="1200" cap="none" spc="-1" normalizeH="0" baseline="0" noProof="0">
                <a:ln>
                  <a:noFill/>
                </a:ln>
                <a:solidFill>
                  <a:srgbClr val="B5A989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IN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pic>
        <p:nvPicPr>
          <p:cNvPr id="108" name="Picture 2">
            <a:extLst>
              <a:ext uri="{FF2B5EF4-FFF2-40B4-BE49-F238E27FC236}">
                <a16:creationId xmlns:a16="http://schemas.microsoft.com/office/drawing/2014/main" id="{B98E295F-AD54-F063-80D6-38BC54B35264}"/>
              </a:ext>
            </a:extLst>
          </p:cNvPr>
          <p:cNvPicPr/>
          <p:nvPr/>
        </p:nvPicPr>
        <p:blipFill>
          <a:blip r:embed="rId2" cstate="print"/>
          <a:stretch/>
        </p:blipFill>
        <p:spPr>
          <a:xfrm>
            <a:off x="8173832" y="1890"/>
            <a:ext cx="970168" cy="913676"/>
          </a:xfrm>
          <a:prstGeom prst="rect">
            <a:avLst/>
          </a:prstGeom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03D7DDE-F70E-732B-339C-80805CED93D3}"/>
              </a:ext>
            </a:extLst>
          </p:cNvPr>
          <p:cNvSpPr txBox="1"/>
          <p:nvPr/>
        </p:nvSpPr>
        <p:spPr>
          <a:xfrm>
            <a:off x="1187624" y="3795886"/>
            <a:ext cx="6048672" cy="1554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1100" dirty="0"/>
          </a:p>
          <a:p>
            <a:pPr algn="ctr"/>
            <a:endParaRPr lang="en-US" sz="1100" dirty="0"/>
          </a:p>
          <a:p>
            <a:pPr algn="ctr"/>
            <a:endParaRPr lang="en-US" sz="1100" dirty="0"/>
          </a:p>
          <a:p>
            <a:pPr algn="ctr"/>
            <a:endParaRPr lang="en-US" sz="1100" dirty="0"/>
          </a:p>
          <a:p>
            <a:pPr algn="ctr"/>
            <a:endParaRPr lang="en-US" sz="1100" dirty="0"/>
          </a:p>
          <a:p>
            <a:pPr algn="ctr"/>
            <a:r>
              <a:rPr lang="en-US" sz="1100" dirty="0"/>
              <a:t>Fig. 2: Schematic Model Diagram of the Proposed Model</a:t>
            </a:r>
          </a:p>
          <a:p>
            <a:pPr algn="ctr"/>
            <a:r>
              <a:rPr lang="en-US" sz="1100" dirty="0"/>
              <a:t>[Example Figure for Reference]</a:t>
            </a:r>
            <a:endParaRPr lang="en-IN" sz="1100" dirty="0"/>
          </a:p>
          <a:p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56D9FA1-9175-995D-6D8D-B91FB155B4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163" y="555526"/>
            <a:ext cx="7376711" cy="3598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3213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32329-4F88-B0E0-0252-E2D8B8F46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>
            <a:extLst>
              <a:ext uri="{FF2B5EF4-FFF2-40B4-BE49-F238E27FC236}">
                <a16:creationId xmlns:a16="http://schemas.microsoft.com/office/drawing/2014/main" id="{3FEF313C-EFC9-A169-AF9C-C3BF6A2847B6}"/>
              </a:ext>
            </a:extLst>
          </p:cNvPr>
          <p:cNvSpPr txBox="1"/>
          <p:nvPr/>
        </p:nvSpPr>
        <p:spPr>
          <a:xfrm>
            <a:off x="480212" y="206010"/>
            <a:ext cx="8361928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-1" normalizeH="0" baseline="0" noProof="0" dirty="0">
                <a:ln>
                  <a:noFill/>
                </a:ln>
                <a:solidFill>
                  <a:srgbClr val="572314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Dataset &amp; Tools/Technologies</a:t>
            </a:r>
          </a:p>
        </p:txBody>
      </p:sp>
      <p:sp>
        <p:nvSpPr>
          <p:cNvPr id="106" name="TextShape 2">
            <a:extLst>
              <a:ext uri="{FF2B5EF4-FFF2-40B4-BE49-F238E27FC236}">
                <a16:creationId xmlns:a16="http://schemas.microsoft.com/office/drawing/2014/main" id="{C071F398-B6BD-852A-B8C2-E99AE7A3C9C0}"/>
              </a:ext>
            </a:extLst>
          </p:cNvPr>
          <p:cNvSpPr txBox="1"/>
          <p:nvPr/>
        </p:nvSpPr>
        <p:spPr>
          <a:xfrm>
            <a:off x="428596" y="1085940"/>
            <a:ext cx="8504804" cy="36001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402480" marR="0" lvl="0" indent="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107" name="TextShape 3">
            <a:extLst>
              <a:ext uri="{FF2B5EF4-FFF2-40B4-BE49-F238E27FC236}">
                <a16:creationId xmlns:a16="http://schemas.microsoft.com/office/drawing/2014/main" id="{1CD427EE-1FA4-386B-72E7-D515FE14BCF7}"/>
              </a:ext>
            </a:extLst>
          </p:cNvPr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24399E-7446-4F74-B823-A4CC295C522F}" type="slidenum">
              <a:rPr kumimoji="0" lang="en-IN" sz="1200" b="0" i="0" u="none" strike="noStrike" kern="1200" cap="none" spc="-1" normalizeH="0" baseline="0" noProof="0">
                <a:ln>
                  <a:noFill/>
                </a:ln>
                <a:solidFill>
                  <a:srgbClr val="B5A989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IN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pic>
        <p:nvPicPr>
          <p:cNvPr id="108" name="Picture 2">
            <a:extLst>
              <a:ext uri="{FF2B5EF4-FFF2-40B4-BE49-F238E27FC236}">
                <a16:creationId xmlns:a16="http://schemas.microsoft.com/office/drawing/2014/main" id="{0E8E06F2-3FBE-0B4E-96F3-8E0E72FFBFB9}"/>
              </a:ext>
            </a:extLst>
          </p:cNvPr>
          <p:cNvPicPr/>
          <p:nvPr/>
        </p:nvPicPr>
        <p:blipFill>
          <a:blip r:embed="rId2" cstate="print"/>
          <a:stretch/>
        </p:blipFill>
        <p:spPr>
          <a:xfrm>
            <a:off x="8173832" y="1890"/>
            <a:ext cx="970168" cy="91367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426117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5E21D-5AD0-18B6-784D-6DBDE6310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>
            <a:extLst>
              <a:ext uri="{FF2B5EF4-FFF2-40B4-BE49-F238E27FC236}">
                <a16:creationId xmlns:a16="http://schemas.microsoft.com/office/drawing/2014/main" id="{71D57442-CEDF-6DDC-5BDD-B3586A7F8103}"/>
              </a:ext>
            </a:extLst>
          </p:cNvPr>
          <p:cNvSpPr txBox="1"/>
          <p:nvPr/>
        </p:nvSpPr>
        <p:spPr>
          <a:xfrm>
            <a:off x="480212" y="206010"/>
            <a:ext cx="8361928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-1" normalizeH="0" baseline="0" noProof="0" dirty="0">
                <a:ln>
                  <a:noFill/>
                </a:ln>
                <a:solidFill>
                  <a:srgbClr val="572314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Progress in Implementation Plan &amp; Methodology</a:t>
            </a:r>
          </a:p>
        </p:txBody>
      </p:sp>
      <p:sp>
        <p:nvSpPr>
          <p:cNvPr id="106" name="TextShape 2">
            <a:extLst>
              <a:ext uri="{FF2B5EF4-FFF2-40B4-BE49-F238E27FC236}">
                <a16:creationId xmlns:a16="http://schemas.microsoft.com/office/drawing/2014/main" id="{0F55AB3E-207B-D54E-35F7-CF2E5F479503}"/>
              </a:ext>
            </a:extLst>
          </p:cNvPr>
          <p:cNvSpPr txBox="1"/>
          <p:nvPr/>
        </p:nvSpPr>
        <p:spPr>
          <a:xfrm>
            <a:off x="428596" y="1085940"/>
            <a:ext cx="8504804" cy="36001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402480" marR="0" lvl="0" indent="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107" name="TextShape 3">
            <a:extLst>
              <a:ext uri="{FF2B5EF4-FFF2-40B4-BE49-F238E27FC236}">
                <a16:creationId xmlns:a16="http://schemas.microsoft.com/office/drawing/2014/main" id="{6D220A42-D7F2-F5B1-0E7A-8278928194C5}"/>
              </a:ext>
            </a:extLst>
          </p:cNvPr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24399E-7446-4F74-B823-A4CC295C522F}" type="slidenum">
              <a:rPr kumimoji="0" lang="en-IN" sz="1200" b="0" i="0" u="none" strike="noStrike" kern="1200" cap="none" spc="-1" normalizeH="0" baseline="0" noProof="0">
                <a:ln>
                  <a:noFill/>
                </a:ln>
                <a:solidFill>
                  <a:srgbClr val="B5A989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IN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pic>
        <p:nvPicPr>
          <p:cNvPr id="108" name="Picture 2">
            <a:extLst>
              <a:ext uri="{FF2B5EF4-FFF2-40B4-BE49-F238E27FC236}">
                <a16:creationId xmlns:a16="http://schemas.microsoft.com/office/drawing/2014/main" id="{E8D8F5B6-2F91-A73A-AAF3-9E5909A628F4}"/>
              </a:ext>
            </a:extLst>
          </p:cNvPr>
          <p:cNvPicPr/>
          <p:nvPr/>
        </p:nvPicPr>
        <p:blipFill>
          <a:blip r:embed="rId2" cstate="print"/>
          <a:stretch/>
        </p:blipFill>
        <p:spPr>
          <a:xfrm>
            <a:off x="8173832" y="1890"/>
            <a:ext cx="970168" cy="91367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772878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C863C-C421-2A24-510A-46BB11F88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>
            <a:extLst>
              <a:ext uri="{FF2B5EF4-FFF2-40B4-BE49-F238E27FC236}">
                <a16:creationId xmlns:a16="http://schemas.microsoft.com/office/drawing/2014/main" id="{A8544B3C-3745-7F17-3D88-C6AC7A2FBBB1}"/>
              </a:ext>
            </a:extLst>
          </p:cNvPr>
          <p:cNvSpPr txBox="1"/>
          <p:nvPr/>
        </p:nvSpPr>
        <p:spPr>
          <a:xfrm>
            <a:off x="480212" y="206010"/>
            <a:ext cx="8361928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-1" normalizeH="0" baseline="0" noProof="0" dirty="0">
                <a:ln>
                  <a:noFill/>
                </a:ln>
                <a:solidFill>
                  <a:srgbClr val="572314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Future Work Plan</a:t>
            </a:r>
          </a:p>
        </p:txBody>
      </p:sp>
      <p:sp>
        <p:nvSpPr>
          <p:cNvPr id="106" name="TextShape 2">
            <a:extLst>
              <a:ext uri="{FF2B5EF4-FFF2-40B4-BE49-F238E27FC236}">
                <a16:creationId xmlns:a16="http://schemas.microsoft.com/office/drawing/2014/main" id="{2B231A21-3973-0F3D-E76C-E46B41FE71A7}"/>
              </a:ext>
            </a:extLst>
          </p:cNvPr>
          <p:cNvSpPr txBox="1"/>
          <p:nvPr/>
        </p:nvSpPr>
        <p:spPr>
          <a:xfrm>
            <a:off x="428596" y="1085940"/>
            <a:ext cx="8504804" cy="36001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402480" marR="0" lvl="0" indent="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107" name="TextShape 3">
            <a:extLst>
              <a:ext uri="{FF2B5EF4-FFF2-40B4-BE49-F238E27FC236}">
                <a16:creationId xmlns:a16="http://schemas.microsoft.com/office/drawing/2014/main" id="{1E646920-2BA3-24E7-7837-F09BDE116DC1}"/>
              </a:ext>
            </a:extLst>
          </p:cNvPr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24399E-7446-4F74-B823-A4CC295C522F}" type="slidenum">
              <a:rPr kumimoji="0" lang="en-IN" sz="1200" b="0" i="0" u="none" strike="noStrike" kern="1200" cap="none" spc="-1" normalizeH="0" baseline="0" noProof="0">
                <a:ln>
                  <a:noFill/>
                </a:ln>
                <a:solidFill>
                  <a:srgbClr val="B5A989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IN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pic>
        <p:nvPicPr>
          <p:cNvPr id="108" name="Picture 2">
            <a:extLst>
              <a:ext uri="{FF2B5EF4-FFF2-40B4-BE49-F238E27FC236}">
                <a16:creationId xmlns:a16="http://schemas.microsoft.com/office/drawing/2014/main" id="{D2A02815-AF57-59B6-A150-19EF68B86817}"/>
              </a:ext>
            </a:extLst>
          </p:cNvPr>
          <p:cNvPicPr/>
          <p:nvPr/>
        </p:nvPicPr>
        <p:blipFill>
          <a:blip r:embed="rId2" cstate="print"/>
          <a:stretch/>
        </p:blipFill>
        <p:spPr>
          <a:xfrm>
            <a:off x="8173832" y="1890"/>
            <a:ext cx="970168" cy="91367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040487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2042" y="433576"/>
            <a:ext cx="8433366" cy="553998"/>
          </a:xfrm>
        </p:spPr>
        <p:txBody>
          <a:bodyPr/>
          <a:lstStyle/>
          <a:p>
            <a:r>
              <a:rPr lang="en-IN" sz="2800" b="1" spc="-1" dirty="0">
                <a:solidFill>
                  <a:srgbClr val="572314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References</a:t>
            </a:r>
            <a:endParaRPr lang="en-US" sz="2800" b="1" spc="-1" dirty="0">
              <a:solidFill>
                <a:srgbClr val="572314"/>
              </a:solidFill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B1D6590-7914-C880-B4E9-BB48721B57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9419344"/>
              </p:ext>
            </p:extLst>
          </p:nvPr>
        </p:nvGraphicFramePr>
        <p:xfrm>
          <a:off x="683568" y="987574"/>
          <a:ext cx="7920880" cy="3583632"/>
        </p:xfrm>
        <a:graphic>
          <a:graphicData uri="http://schemas.openxmlformats.org/drawingml/2006/table">
            <a:tbl>
              <a:tblPr firstRow="1" firstCol="1" bandRow="1"/>
              <a:tblGrid>
                <a:gridCol w="360040">
                  <a:extLst>
                    <a:ext uri="{9D8B030D-6E8A-4147-A177-3AD203B41FA5}">
                      <a16:colId xmlns:a16="http://schemas.microsoft.com/office/drawing/2014/main" val="4143303669"/>
                    </a:ext>
                  </a:extLst>
                </a:gridCol>
                <a:gridCol w="7560840">
                  <a:extLst>
                    <a:ext uri="{9D8B030D-6E8A-4147-A177-3AD203B41FA5}">
                      <a16:colId xmlns:a16="http://schemas.microsoft.com/office/drawing/2014/main" val="2032625208"/>
                    </a:ext>
                  </a:extLst>
                </a:gridCol>
              </a:tblGrid>
              <a:tr h="597272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[1] </a:t>
                      </a: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A. Sharma, R. Kumar, and S. Das, “Deep learning-based brain </a:t>
                      </a:r>
                      <a:r>
                        <a:rPr lang="en-IN" sz="1400" kern="100" dirty="0" err="1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tumor</a:t>
                      </a:r>
                      <a:r>
                        <a:rPr lang="en-IN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detection using MRI images,” </a:t>
                      </a:r>
                      <a:r>
                        <a:rPr lang="en-IN" sz="1400" i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IEEE Access</a:t>
                      </a:r>
                      <a:r>
                        <a:rPr lang="en-IN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, vol. 10, pp. 12345–12356, 2022.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5409745"/>
                  </a:ext>
                </a:extLst>
              </a:tr>
              <a:tr h="597272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[2] </a:t>
                      </a: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P. Singh and M. Gupta, “Machine learning techniques for disease prediction,” </a:t>
                      </a:r>
                      <a:r>
                        <a:rPr lang="en-IN" sz="1400" i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International Journal of Medical Informatics</a:t>
                      </a:r>
                      <a:r>
                        <a:rPr lang="en-IN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, vol. 134, pp. 104–112, 2021.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8956124"/>
                  </a:ext>
                </a:extLst>
              </a:tr>
              <a:tr h="597272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[3] </a:t>
                      </a: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S. Roy et al., “A hybrid CNN-LSTM model for medical image classification,” </a:t>
                      </a:r>
                      <a:r>
                        <a:rPr lang="en-IN" sz="1400" i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IEEE Transactions on Medical Imaging</a:t>
                      </a:r>
                      <a:r>
                        <a:rPr lang="en-IN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, vol. 39, no. 5, pp. 1400–1410, 2020.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7429117"/>
                  </a:ext>
                </a:extLst>
              </a:tr>
              <a:tr h="597272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[4] </a:t>
                      </a: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K. Patel and N. Shah, “Transfer learning approach for image classification using VGG16,” </a:t>
                      </a:r>
                      <a:r>
                        <a:rPr lang="en-IN" sz="1400" i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Procedia Computer Science</a:t>
                      </a:r>
                      <a:r>
                        <a:rPr lang="en-IN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, vol. 167, pp. 197–206, 2022.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3626885"/>
                  </a:ext>
                </a:extLst>
              </a:tr>
              <a:tr h="597272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[5] </a:t>
                      </a: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R. Das and A. Mishra, “</a:t>
                      </a:r>
                      <a:r>
                        <a:rPr lang="en-IN" sz="1400" kern="100" dirty="0" err="1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EfficientNet</a:t>
                      </a:r>
                      <a:r>
                        <a:rPr lang="en-IN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-based model for disease detection,” </a:t>
                      </a:r>
                      <a:r>
                        <a:rPr lang="en-IN" sz="1400" i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Expert Systems with Applications</a:t>
                      </a:r>
                      <a:r>
                        <a:rPr lang="en-IN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, vol. 198, pp. 116–130, 2023.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6344927"/>
                  </a:ext>
                </a:extLst>
              </a:tr>
              <a:tr h="597272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[6] </a:t>
                      </a: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655069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extShape 1"/>
          <p:cNvSpPr txBox="1"/>
          <p:nvPr/>
        </p:nvSpPr>
        <p:spPr>
          <a:xfrm>
            <a:off x="1435680" y="206010"/>
            <a:ext cx="7497720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25" name="TextShape 2"/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</a:pPr>
            <a:fld id="{087FA15C-8669-41A7-83ED-7B46D054D84B}" type="slidenum">
              <a:rPr lang="en-IN" sz="1200" b="0" strike="noStrike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13</a:t>
            </a:fld>
            <a:endParaRPr lang="en-IN" sz="1200" b="0" strike="noStrike" spc="-1">
              <a:latin typeface="Times New Roman"/>
            </a:endParaRPr>
          </a:p>
        </p:txBody>
      </p:sp>
      <p:pic>
        <p:nvPicPr>
          <p:cNvPr id="126" name="Picture 2"/>
          <p:cNvPicPr/>
          <p:nvPr/>
        </p:nvPicPr>
        <p:blipFill>
          <a:blip r:embed="rId2" cstate="print"/>
          <a:stretch/>
        </p:blipFill>
        <p:spPr>
          <a:xfrm>
            <a:off x="1763640" y="1778220"/>
            <a:ext cx="6049800" cy="22156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theme/_rels/them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38.jpeg"/></Relationships>
</file>

<file path=ppt/theme/theme1.xml><?xml version="1.0" encoding="utf-8"?>
<a:theme xmlns:a="http://schemas.openxmlformats.org/drawingml/2006/main" name="Minimalist Aesthetics Business Plan XL by Slidesgo">
  <a:themeElements>
    <a:clrScheme name="Simple Light">
      <a:dk1>
        <a:srgbClr val="01083A"/>
      </a:dk1>
      <a:lt1>
        <a:srgbClr val="E5E8FF"/>
      </a:lt1>
      <a:dk2>
        <a:srgbClr val="B9C2FF"/>
      </a:dk2>
      <a:lt2>
        <a:srgbClr val="97A4FF"/>
      </a:lt2>
      <a:accent1>
        <a:srgbClr val="233294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1083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_Custom Design - PresentationGO">
  <a:themeElements>
    <a:clrScheme name="PGO-105">
      <a:dk1>
        <a:srgbClr val="2B323B"/>
      </a:dk1>
      <a:lt1>
        <a:sysClr val="window" lastClr="FFFFFF"/>
      </a:lt1>
      <a:dk2>
        <a:srgbClr val="5D686E"/>
      </a:dk2>
      <a:lt2>
        <a:srgbClr val="E7E6E6"/>
      </a:lt2>
      <a:accent1>
        <a:srgbClr val="33CAFF"/>
      </a:accent1>
      <a:accent2>
        <a:srgbClr val="4C8BFD"/>
      </a:accent2>
      <a:accent3>
        <a:srgbClr val="F6F7FC"/>
      </a:accent3>
      <a:accent4>
        <a:srgbClr val="BFCBD9"/>
      </a:accent4>
      <a:accent5>
        <a:srgbClr val="4C8BFD"/>
      </a:accent5>
      <a:accent6>
        <a:srgbClr val="4C8BFD"/>
      </a:accent6>
      <a:hlink>
        <a:srgbClr val="33CAFF"/>
      </a:hlink>
      <a:folHlink>
        <a:srgbClr val="33CAFF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0105_T_PGO_XXX-4_3" id="{12A9651B-B69D-4074-B168-9BA4D48989F5}" vid="{78B1EDBC-4A95-4303-94E3-B14C14EBEA23}"/>
    </a:ext>
  </a:extLst>
</a:theme>
</file>

<file path=ppt/theme/theme5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0105_T_PGO_XXX-4_3" id="{12A9651B-B69D-4074-B168-9BA4D48989F5}" vid="{8E044A80-51C6-4156-9123-ACBB6F9A67F4}"/>
    </a:ext>
  </a:extLst>
</a:theme>
</file>

<file path=ppt/theme/theme6.xml><?xml version="1.0" encoding="utf-8"?>
<a:theme xmlns:a="http://schemas.openxmlformats.org/drawingml/2006/main" name="Clarity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632</TotalTime>
  <Words>554</Words>
  <Application>Microsoft Office PowerPoint</Application>
  <PresentationFormat>On-screen Show (16:9)</PresentationFormat>
  <Paragraphs>137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17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13</vt:i4>
      </vt:variant>
    </vt:vector>
  </HeadingPairs>
  <TitlesOfParts>
    <vt:vector size="36" baseType="lpstr">
      <vt:lpstr>Anaheim</vt:lpstr>
      <vt:lpstr>Aptos</vt:lpstr>
      <vt:lpstr>Arial</vt:lpstr>
      <vt:lpstr>Bahnschrift SemiBold</vt:lpstr>
      <vt:lpstr>Bebas Neue</vt:lpstr>
      <vt:lpstr>Calibri</vt:lpstr>
      <vt:lpstr>Calibri Light</vt:lpstr>
      <vt:lpstr>Cardo</vt:lpstr>
      <vt:lpstr>Gill Sans MT</vt:lpstr>
      <vt:lpstr>Josefin Sans</vt:lpstr>
      <vt:lpstr>Open Sans</vt:lpstr>
      <vt:lpstr>Proxima Nova</vt:lpstr>
      <vt:lpstr>Proxima Nova Semibold</vt:lpstr>
      <vt:lpstr>Quicksand</vt:lpstr>
      <vt:lpstr>Roboto Condensed Light</vt:lpstr>
      <vt:lpstr>Times New Roman</vt:lpstr>
      <vt:lpstr>Wingdings</vt:lpstr>
      <vt:lpstr>Minimalist Aesthetics Business Plan XL by Slidesgo</vt:lpstr>
      <vt:lpstr>Slidesgo Final Pages</vt:lpstr>
      <vt:lpstr>1_Slidesgo Final Pages</vt:lpstr>
      <vt:lpstr>1_Custom Design - PresentationGO</vt:lpstr>
      <vt:lpstr>Custom Design</vt:lpstr>
      <vt:lpstr>Clarity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BARNALI SAHU</dc:creator>
  <cp:lastModifiedBy>2022 Online Class 22</cp:lastModifiedBy>
  <cp:revision>64</cp:revision>
  <dcterms:created xsi:type="dcterms:W3CDTF">2023-04-24T05:50:18Z</dcterms:created>
  <dcterms:modified xsi:type="dcterms:W3CDTF">2026-03-21T08:09:30Z</dcterms:modified>
  <dc:language>en-IN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14.0000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On-screen Show (4:3)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8</vt:i4>
  </property>
</Properties>
</file>