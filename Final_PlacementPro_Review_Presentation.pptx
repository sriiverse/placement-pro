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  <p:sldMasterId id="2147483736" r:id="rId2"/>
    <p:sldMasterId id="2147483739" r:id="rId3"/>
    <p:sldMasterId id="2147483754" r:id="rId4"/>
    <p:sldMasterId id="2147483767" r:id="rId5"/>
    <p:sldMasterId id="2147483769" r:id="rId6"/>
  </p:sldMasterIdLst>
  <p:notesMasterIdLst>
    <p:notesMasterId r:id="rId20"/>
  </p:notesMasterIdLst>
  <p:sldIdLst>
    <p:sldId id="256" r:id="rId7"/>
    <p:sldId id="257" r:id="rId8"/>
    <p:sldId id="258" r:id="rId9"/>
    <p:sldId id="265" r:id="rId10"/>
    <p:sldId id="259" r:id="rId11"/>
    <p:sldId id="267" r:id="rId12"/>
    <p:sldId id="273" r:id="rId13"/>
    <p:sldId id="274" r:id="rId14"/>
    <p:sldId id="269" r:id="rId15"/>
    <p:sldId id="270" r:id="rId16"/>
    <p:sldId id="271" r:id="rId17"/>
    <p:sldId id="264" r:id="rId18"/>
    <p:sldId id="263" r:id="rId19"/>
  </p:sldIdLst>
  <p:sldSz cx="9144000" cy="5143500" type="screen16x9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Master" Target="slideMasters/slideMaster6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0F0442C-2FB1-4A64-9ED0-5ED0E5F11296}" type="datetimeFigureOut">
              <a:rPr lang="en-IN" smtClean="0"/>
              <a:t>21-03-2026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2CDAEB-C914-41FB-BEED-34C34DB2DC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635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64023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2CDAEB-C914-41FB-BEED-34C34DB2DC9B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929180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5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19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Relationship Id="rId4" Type="http://schemas.openxmlformats.org/officeDocument/2006/relationships/image" Target="../media/image24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4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image" Target="../media/image29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0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4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3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0.png"/><Relationship Id="rId4" Type="http://schemas.openxmlformats.org/officeDocument/2006/relationships/image" Target="../media/image16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7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image" Target="../media/image36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6.png"/><Relationship Id="rId3" Type="http://schemas.openxmlformats.org/officeDocument/2006/relationships/image" Target="../media/image9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3.png"/><Relationship Id="rId4" Type="http://schemas.openxmlformats.org/officeDocument/2006/relationships/image" Target="../media/image15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6.png"/><Relationship Id="rId4" Type="http://schemas.openxmlformats.org/officeDocument/2006/relationships/image" Target="../media/image9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hyperlink" Target="http://bit.ly/2Tynxth" TargetMode="External"/><Relationship Id="rId5" Type="http://schemas.openxmlformats.org/officeDocument/2006/relationships/hyperlink" Target="http://bit.ly/2TyoMsr" TargetMode="External"/><Relationship Id="rId6" Type="http://schemas.openxmlformats.org/officeDocument/2006/relationships/hyperlink" Target="http://bit.ly/2TtBDfr" TargetMode="Externa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1.png"/><Relationship Id="rId4" Type="http://schemas.openxmlformats.org/officeDocument/2006/relationships/image" Target="../media/image22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17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31.png"/><Relationship Id="rId4" Type="http://schemas.openxmlformats.org/officeDocument/2006/relationships/image" Target="../media/image5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hyperlink" Target="https://www.presentationgo.com/" TargetMode="Externa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0;p2"/>
          <p:cNvGrpSpPr/>
          <p:nvPr/>
        </p:nvGrpSpPr>
        <p:grpSpPr>
          <a:xfrm>
            <a:off x="0" y="-11"/>
            <a:ext cx="9144003" cy="5143511"/>
            <a:chOff x="0" y="-11"/>
            <a:chExt cx="9144003" cy="5143511"/>
          </a:xfrm>
        </p:grpSpPr>
        <p:pic>
          <p:nvPicPr>
            <p:cNvPr id="11" name="Google Shape;11;p2"/>
            <p:cNvPicPr preferRelativeResize="0"/>
            <p:nvPr/>
          </p:nvPicPr>
          <p:blipFill>
            <a:blip r:embed="rId3" cstate="print">
              <a:alphaModFix amt="40000"/>
            </a:blip>
            <a:stretch>
              <a:fillRect/>
            </a:stretch>
          </p:blipFill>
          <p:spPr>
            <a:xfrm>
              <a:off x="0" y="-11"/>
              <a:ext cx="9144003" cy="239762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2" name="Google Shape;12;p2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8" y="0"/>
              <a:ext cx="7717135" cy="514350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3" name="Google Shape;13;p2"/>
          <p:cNvSpPr txBox="1">
            <a:spLocks noGrp="1"/>
          </p:cNvSpPr>
          <p:nvPr>
            <p:ph type="ctrTitle"/>
          </p:nvPr>
        </p:nvSpPr>
        <p:spPr>
          <a:xfrm>
            <a:off x="1669825" y="1238850"/>
            <a:ext cx="5804400" cy="188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ubTitle" idx="1"/>
          </p:nvPr>
        </p:nvSpPr>
        <p:spPr>
          <a:xfrm>
            <a:off x="2392500" y="3504354"/>
            <a:ext cx="4359000" cy="40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Google Shape;16;p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Google Shape;17;p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3187850" y="2102909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3187800" y="929450"/>
            <a:ext cx="27684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3187850" y="347531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25" name="Google Shape;25;p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-6080572">
            <a:off x="7357825" y="-650032"/>
            <a:ext cx="1859881" cy="20260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8;p5"/>
          <p:cNvGrpSpPr/>
          <p:nvPr/>
        </p:nvGrpSpPr>
        <p:grpSpPr>
          <a:xfrm>
            <a:off x="-2736154" y="-2532646"/>
            <a:ext cx="9665434" cy="12031040"/>
            <a:chOff x="-2736154" y="-2532646"/>
            <a:chExt cx="9665434" cy="12031040"/>
          </a:xfrm>
        </p:grpSpPr>
        <p:pic>
          <p:nvPicPr>
            <p:cNvPr id="29" name="Google Shape;29;p5"/>
            <p:cNvPicPr preferRelativeResize="0"/>
            <p:nvPr/>
          </p:nvPicPr>
          <p:blipFill>
            <a:blip r:embed="rId3" cstate="print">
              <a:alphaModFix/>
            </a:blip>
            <a:stretch>
              <a:fillRect/>
            </a:stretch>
          </p:blipFill>
          <p:spPr>
            <a:xfrm rot="6384532">
              <a:off x="-1809626" y="-2542696"/>
              <a:ext cx="3232319" cy="43494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5"/>
            <p:cNvPicPr preferRelativeResize="0"/>
            <p:nvPr/>
          </p:nvPicPr>
          <p:blipFill>
            <a:blip r:embed="rId4" cstate="print">
              <a:alphaModFix amt="18000"/>
            </a:blip>
            <a:stretch>
              <a:fillRect/>
            </a:stretch>
          </p:blipFill>
          <p:spPr>
            <a:xfrm rot="10799995">
              <a:off x="2645630" y="2857270"/>
              <a:ext cx="4283650" cy="664112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290763" y="2337704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ubTitle" idx="2"/>
          </p:nvPr>
        </p:nvSpPr>
        <p:spPr>
          <a:xfrm>
            <a:off x="4945638" y="2337688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ubTitle" idx="3"/>
          </p:nvPr>
        </p:nvSpPr>
        <p:spPr>
          <a:xfrm>
            <a:off x="1290775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4"/>
          </p:nvPr>
        </p:nvSpPr>
        <p:spPr>
          <a:xfrm>
            <a:off x="4945650" y="3246600"/>
            <a:ext cx="2907600" cy="122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6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12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39;p6"/>
          <p:cNvGrpSpPr/>
          <p:nvPr/>
        </p:nvGrpSpPr>
        <p:grpSpPr>
          <a:xfrm>
            <a:off x="50600" y="-1177774"/>
            <a:ext cx="9637306" cy="2466454"/>
            <a:chOff x="50600" y="-1177774"/>
            <a:chExt cx="9637306" cy="2466454"/>
          </a:xfrm>
        </p:grpSpPr>
        <p:pic>
          <p:nvPicPr>
            <p:cNvPr id="40" name="Google Shape;40;p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50600" y="-1177774"/>
              <a:ext cx="2253752" cy="22251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6"/>
            <p:cNvPicPr preferRelativeResize="0"/>
            <p:nvPr/>
          </p:nvPicPr>
          <p:blipFill>
            <a:blip r:embed="rId4" cstate="print">
              <a:alphaModFix amt="26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" name="Google Shape;44;p7"/>
          <p:cNvPicPr preferRelativeResize="0"/>
          <p:nvPr/>
        </p:nvPicPr>
        <p:blipFill>
          <a:blip r:embed="rId3" cstate="print">
            <a:alphaModFix amt="40000"/>
          </a:blip>
          <a:stretch>
            <a:fillRect/>
          </a:stretch>
        </p:blipFill>
        <p:spPr>
          <a:xfrm rot="10800000" flipH="1">
            <a:off x="0" y="2745889"/>
            <a:ext cx="9144003" cy="2397622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136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1"/>
          </p:nvPr>
        </p:nvSpPr>
        <p:spPr>
          <a:xfrm>
            <a:off x="720000" y="1554150"/>
            <a:ext cx="4401600" cy="305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200"/>
              <a:buFont typeface="Anaheim"/>
              <a:buChar char="●"/>
              <a:defRPr sz="14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48;p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49;p8"/>
          <p:cNvGrpSpPr/>
          <p:nvPr/>
        </p:nvGrpSpPr>
        <p:grpSpPr>
          <a:xfrm>
            <a:off x="-1326274" y="222183"/>
            <a:ext cx="11453645" cy="6483616"/>
            <a:chOff x="-1326274" y="222183"/>
            <a:chExt cx="11453645" cy="6483616"/>
          </a:xfrm>
        </p:grpSpPr>
        <p:pic>
          <p:nvPicPr>
            <p:cNvPr id="50" name="Google Shape;50;p8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" name="Google Shape;51;p8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2" name="Google Shape;52;p8"/>
            <p:cNvPicPr preferRelativeResize="0"/>
            <p:nvPr/>
          </p:nvPicPr>
          <p:blipFill>
            <a:blip r:embed="rId5" cstate="print">
              <a:alphaModFix/>
            </a:blip>
            <a:stretch>
              <a:fillRect/>
            </a:stretch>
          </p:blipFill>
          <p:spPr>
            <a:xfrm rot="-626902">
              <a:off x="-1012802" y="2777516"/>
              <a:ext cx="2756456" cy="370909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3" name="Google Shape;53;p8"/>
            <p:cNvPicPr preferRelativeResize="0"/>
            <p:nvPr/>
          </p:nvPicPr>
          <p:blipFill>
            <a:blip r:embed="rId6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" name="Google Shape;56;p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9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 flipH="1">
            <a:off x="5176550" y="1294100"/>
            <a:ext cx="3252300" cy="1218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subTitle" idx="1"/>
          </p:nvPr>
        </p:nvSpPr>
        <p:spPr>
          <a:xfrm flipH="1">
            <a:off x="5176550" y="2664600"/>
            <a:ext cx="3252300" cy="118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>
              <a:alpha val="307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720000" y="38834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7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11"/>
          <p:cNvPicPr preferRelativeResize="0"/>
          <p:nvPr/>
        </p:nvPicPr>
        <p:blipFill>
          <a:blip r:embed="rId3" cstate="print">
            <a:alphaModFix amt="48000"/>
          </a:blip>
          <a:stretch>
            <a:fillRect/>
          </a:stretch>
        </p:blipFill>
        <p:spPr>
          <a:xfrm rot="4861616">
            <a:off x="2643919" y="-1295605"/>
            <a:ext cx="3574490" cy="757035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468850"/>
            <a:ext cx="6576000" cy="151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67" name="Google Shape;67;p11"/>
          <p:cNvSpPr txBox="1">
            <a:spLocks noGrp="1"/>
          </p:cNvSpPr>
          <p:nvPr>
            <p:ph type="subTitle" idx="1"/>
          </p:nvPr>
        </p:nvSpPr>
        <p:spPr>
          <a:xfrm>
            <a:off x="1284000" y="3553300"/>
            <a:ext cx="65760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Google Shape;70;p1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71;p13"/>
          <p:cNvGrpSpPr/>
          <p:nvPr/>
        </p:nvGrpSpPr>
        <p:grpSpPr>
          <a:xfrm>
            <a:off x="-891002" y="-1228775"/>
            <a:ext cx="10578908" cy="2929874"/>
            <a:chOff x="-891002" y="-1228775"/>
            <a:chExt cx="10578908" cy="2929874"/>
          </a:xfrm>
        </p:grpSpPr>
        <p:pic>
          <p:nvPicPr>
            <p:cNvPr id="72" name="Google Shape;72;p13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3" name="Google Shape;73;p13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title" idx="2"/>
          </p:nvPr>
        </p:nvSpPr>
        <p:spPr>
          <a:xfrm>
            <a:off x="7200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title" idx="3" hasCustomPrompt="1"/>
          </p:nvPr>
        </p:nvSpPr>
        <p:spPr>
          <a:xfrm>
            <a:off x="12505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1"/>
          </p:nvPr>
        </p:nvSpPr>
        <p:spPr>
          <a:xfrm>
            <a:off x="7200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title" idx="4"/>
          </p:nvPr>
        </p:nvSpPr>
        <p:spPr>
          <a:xfrm>
            <a:off x="34038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title" idx="5" hasCustomPrompt="1"/>
          </p:nvPr>
        </p:nvSpPr>
        <p:spPr>
          <a:xfrm>
            <a:off x="39343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34038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title" idx="7"/>
          </p:nvPr>
        </p:nvSpPr>
        <p:spPr>
          <a:xfrm>
            <a:off x="608760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title" idx="8" hasCustomPrompt="1"/>
          </p:nvPr>
        </p:nvSpPr>
        <p:spPr>
          <a:xfrm>
            <a:off x="661815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3" name="Google Shape;83;p13"/>
          <p:cNvSpPr txBox="1">
            <a:spLocks noGrp="1"/>
          </p:cNvSpPr>
          <p:nvPr>
            <p:ph type="subTitle" idx="9"/>
          </p:nvPr>
        </p:nvSpPr>
        <p:spPr>
          <a:xfrm>
            <a:off x="608760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/>
          </p:nvPr>
        </p:nvSpPr>
        <p:spPr>
          <a:xfrm>
            <a:off x="7200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12505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subTitle" idx="15"/>
          </p:nvPr>
        </p:nvSpPr>
        <p:spPr>
          <a:xfrm>
            <a:off x="7200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7" name="Google Shape;87;p13"/>
          <p:cNvSpPr txBox="1">
            <a:spLocks noGrp="1"/>
          </p:cNvSpPr>
          <p:nvPr>
            <p:ph type="title" idx="16"/>
          </p:nvPr>
        </p:nvSpPr>
        <p:spPr>
          <a:xfrm>
            <a:off x="34038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title" idx="17" hasCustomPrompt="1"/>
          </p:nvPr>
        </p:nvSpPr>
        <p:spPr>
          <a:xfrm>
            <a:off x="39343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18"/>
          </p:nvPr>
        </p:nvSpPr>
        <p:spPr>
          <a:xfrm>
            <a:off x="34038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title" idx="19"/>
          </p:nvPr>
        </p:nvSpPr>
        <p:spPr>
          <a:xfrm>
            <a:off x="608760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20" hasCustomPrompt="1"/>
          </p:nvPr>
        </p:nvSpPr>
        <p:spPr>
          <a:xfrm>
            <a:off x="661815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subTitle" idx="21"/>
          </p:nvPr>
        </p:nvSpPr>
        <p:spPr>
          <a:xfrm>
            <a:off x="608760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Table of contents 1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" name="Google Shape;94;p1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95;p14"/>
          <p:cNvGrpSpPr/>
          <p:nvPr/>
        </p:nvGrpSpPr>
        <p:grpSpPr>
          <a:xfrm rot="10800000" flipH="1">
            <a:off x="-1002602" y="2626046"/>
            <a:ext cx="10690508" cy="3876129"/>
            <a:chOff x="-1002602" y="-2587450"/>
            <a:chExt cx="10690508" cy="3876129"/>
          </a:xfrm>
        </p:grpSpPr>
        <p:pic>
          <p:nvPicPr>
            <p:cNvPr id="96" name="Google Shape;96;p14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02602" y="-258745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7" name="Google Shape;97;p14"/>
            <p:cNvPicPr preferRelativeResize="0"/>
            <p:nvPr/>
          </p:nvPicPr>
          <p:blipFill rotWithShape="1">
            <a:blip r:embed="rId4" cstate="print">
              <a:alphaModFix amt="31000"/>
            </a:blip>
            <a:srcRect l="-115660" t="-15070" r="115660" b="15069"/>
            <a:stretch/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720000" y="2117188"/>
            <a:ext cx="2336400" cy="94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2"/>
          </p:nvPr>
        </p:nvSpPr>
        <p:spPr>
          <a:xfrm>
            <a:off x="3980038" y="1027588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3" hasCustomPrompt="1"/>
          </p:nvPr>
        </p:nvSpPr>
        <p:spPr>
          <a:xfrm>
            <a:off x="3093426" y="10275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"/>
          </p:nvPr>
        </p:nvSpPr>
        <p:spPr>
          <a:xfrm>
            <a:off x="6216076" y="1027588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4"/>
          </p:nvPr>
        </p:nvSpPr>
        <p:spPr>
          <a:xfrm>
            <a:off x="3980038" y="2354195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5" hasCustomPrompt="1"/>
          </p:nvPr>
        </p:nvSpPr>
        <p:spPr>
          <a:xfrm>
            <a:off x="3093434" y="23541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6"/>
          </p:nvPr>
        </p:nvSpPr>
        <p:spPr>
          <a:xfrm>
            <a:off x="6216076" y="2354195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7"/>
          </p:nvPr>
        </p:nvSpPr>
        <p:spPr>
          <a:xfrm>
            <a:off x="3980038" y="3555390"/>
            <a:ext cx="2169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8" hasCustomPrompt="1"/>
          </p:nvPr>
        </p:nvSpPr>
        <p:spPr>
          <a:xfrm>
            <a:off x="3091425" y="3555388"/>
            <a:ext cx="8199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9"/>
          </p:nvPr>
        </p:nvSpPr>
        <p:spPr>
          <a:xfrm>
            <a:off x="6216076" y="3555390"/>
            <a:ext cx="21852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2">
  <p:cSld name="Table of contents 2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1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10;p15"/>
          <p:cNvGrpSpPr/>
          <p:nvPr/>
        </p:nvGrpSpPr>
        <p:grpSpPr>
          <a:xfrm flipH="1">
            <a:off x="-1390802" y="299725"/>
            <a:ext cx="11262196" cy="4113879"/>
            <a:chOff x="-1074490" y="299725"/>
            <a:chExt cx="11262196" cy="4113879"/>
          </a:xfrm>
        </p:grpSpPr>
        <p:pic>
          <p:nvPicPr>
            <p:cNvPr id="111" name="Google Shape;111;p15"/>
            <p:cNvPicPr preferRelativeResize="0"/>
            <p:nvPr/>
          </p:nvPicPr>
          <p:blipFill>
            <a:blip r:embed="rId3" cstate="print">
              <a:alphaModFix amt="37000"/>
            </a:blip>
            <a:stretch>
              <a:fillRect/>
            </a:stretch>
          </p:blipFill>
          <p:spPr>
            <a:xfrm>
              <a:off x="-1074490" y="2997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12" name="Google Shape;112;p15"/>
            <p:cNvPicPr preferRelativeResize="0"/>
            <p:nvPr/>
          </p:nvPicPr>
          <p:blipFill>
            <a:blip r:embed="rId4" cstate="print">
              <a:alphaModFix amt="31000"/>
            </a:blip>
            <a:stretch>
              <a:fillRect/>
            </a:stretch>
          </p:blipFill>
          <p:spPr>
            <a:xfrm rot="4408896">
              <a:off x="7965524" y="200285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13" name="Google Shape;113;p15"/>
          <p:cNvSpPr txBox="1">
            <a:spLocks noGrp="1"/>
          </p:cNvSpPr>
          <p:nvPr>
            <p:ph type="title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4" name="Google Shape;114;p15"/>
          <p:cNvSpPr txBox="1">
            <a:spLocks noGrp="1"/>
          </p:cNvSpPr>
          <p:nvPr>
            <p:ph type="title" idx="2"/>
          </p:nvPr>
        </p:nvSpPr>
        <p:spPr>
          <a:xfrm>
            <a:off x="18883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title" idx="3" hasCustomPrompt="1"/>
          </p:nvPr>
        </p:nvSpPr>
        <p:spPr>
          <a:xfrm>
            <a:off x="24189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6" name="Google Shape;116;p15"/>
          <p:cNvSpPr txBox="1">
            <a:spLocks noGrp="1"/>
          </p:cNvSpPr>
          <p:nvPr>
            <p:ph type="subTitle" idx="1"/>
          </p:nvPr>
        </p:nvSpPr>
        <p:spPr>
          <a:xfrm>
            <a:off x="18883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7" name="Google Shape;117;p15"/>
          <p:cNvSpPr txBox="1">
            <a:spLocks noGrp="1"/>
          </p:cNvSpPr>
          <p:nvPr>
            <p:ph type="title" idx="4"/>
          </p:nvPr>
        </p:nvSpPr>
        <p:spPr>
          <a:xfrm>
            <a:off x="4572150" y="1672417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18" name="Google Shape;118;p15"/>
          <p:cNvSpPr txBox="1">
            <a:spLocks noGrp="1"/>
          </p:cNvSpPr>
          <p:nvPr>
            <p:ph type="title" idx="5" hasCustomPrompt="1"/>
          </p:nvPr>
        </p:nvSpPr>
        <p:spPr>
          <a:xfrm>
            <a:off x="5102700" y="1086015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19" name="Google Shape;119;p15"/>
          <p:cNvSpPr txBox="1">
            <a:spLocks noGrp="1"/>
          </p:cNvSpPr>
          <p:nvPr>
            <p:ph type="subTitle" idx="6"/>
          </p:nvPr>
        </p:nvSpPr>
        <p:spPr>
          <a:xfrm>
            <a:off x="4572150" y="2355645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0" name="Google Shape;120;p15"/>
          <p:cNvSpPr txBox="1">
            <a:spLocks noGrp="1"/>
          </p:cNvSpPr>
          <p:nvPr>
            <p:ph type="title" idx="7"/>
          </p:nvPr>
        </p:nvSpPr>
        <p:spPr>
          <a:xfrm>
            <a:off x="18883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1" name="Google Shape;121;p15"/>
          <p:cNvSpPr txBox="1">
            <a:spLocks noGrp="1"/>
          </p:cNvSpPr>
          <p:nvPr>
            <p:ph type="title" idx="8" hasCustomPrompt="1"/>
          </p:nvPr>
        </p:nvSpPr>
        <p:spPr>
          <a:xfrm>
            <a:off x="24189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2" name="Google Shape;122;p15"/>
          <p:cNvSpPr txBox="1">
            <a:spLocks noGrp="1"/>
          </p:cNvSpPr>
          <p:nvPr>
            <p:ph type="subTitle" idx="9"/>
          </p:nvPr>
        </p:nvSpPr>
        <p:spPr>
          <a:xfrm>
            <a:off x="18883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3" name="Google Shape;123;p15"/>
          <p:cNvSpPr txBox="1">
            <a:spLocks noGrp="1"/>
          </p:cNvSpPr>
          <p:nvPr>
            <p:ph type="title" idx="13"/>
          </p:nvPr>
        </p:nvSpPr>
        <p:spPr>
          <a:xfrm>
            <a:off x="4572150" y="3432026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4" name="Google Shape;124;p15"/>
          <p:cNvSpPr txBox="1">
            <a:spLocks noGrp="1"/>
          </p:cNvSpPr>
          <p:nvPr>
            <p:ph type="title" idx="14" hasCustomPrompt="1"/>
          </p:nvPr>
        </p:nvSpPr>
        <p:spPr>
          <a:xfrm>
            <a:off x="5102700" y="2850421"/>
            <a:ext cx="1275300" cy="593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125" name="Google Shape;125;p15"/>
          <p:cNvSpPr txBox="1">
            <a:spLocks noGrp="1"/>
          </p:cNvSpPr>
          <p:nvPr>
            <p:ph type="subTitle" idx="15"/>
          </p:nvPr>
        </p:nvSpPr>
        <p:spPr>
          <a:xfrm>
            <a:off x="4572150" y="4115464"/>
            <a:ext cx="2336400" cy="48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Title and text 4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7" name="Google Shape;127;p1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-93910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1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>
            <a:spLocks noGrp="1"/>
          </p:cNvSpPr>
          <p:nvPr>
            <p:ph type="title"/>
          </p:nvPr>
        </p:nvSpPr>
        <p:spPr>
          <a:xfrm flipH="1">
            <a:off x="2132450" y="1482875"/>
            <a:ext cx="4978500" cy="68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0" name="Google Shape;130;p16"/>
          <p:cNvSpPr txBox="1">
            <a:spLocks noGrp="1"/>
          </p:cNvSpPr>
          <p:nvPr>
            <p:ph type="subTitle" idx="1"/>
          </p:nvPr>
        </p:nvSpPr>
        <p:spPr>
          <a:xfrm flipH="1">
            <a:off x="2132450" y="2389840"/>
            <a:ext cx="4978500" cy="127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7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34;p17"/>
          <p:cNvGrpSpPr/>
          <p:nvPr/>
        </p:nvGrpSpPr>
        <p:grpSpPr>
          <a:xfrm>
            <a:off x="0" y="-805349"/>
            <a:ext cx="9763800" cy="7934649"/>
            <a:chOff x="0" y="-805349"/>
            <a:chExt cx="9763800" cy="7934649"/>
          </a:xfrm>
        </p:grpSpPr>
        <p:pic>
          <p:nvPicPr>
            <p:cNvPr id="135" name="Google Shape;135;p17"/>
            <p:cNvPicPr preferRelativeResize="0"/>
            <p:nvPr/>
          </p:nvPicPr>
          <p:blipFill>
            <a:blip r:embed="rId3" cstate="print">
              <a:alphaModFix amt="21000"/>
            </a:blip>
            <a:stretch>
              <a:fillRect/>
            </a:stretch>
          </p:blipFill>
          <p:spPr>
            <a:xfrm rot="-5400000">
              <a:off x="-2349749" y="2349750"/>
              <a:ext cx="7129298" cy="24298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6" name="Google Shape;136;p17"/>
            <p:cNvPicPr preferRelativeResize="0"/>
            <p:nvPr/>
          </p:nvPicPr>
          <p:blipFill>
            <a:blip r:embed="rId4" cstate="print">
              <a:alphaModFix amt="40000"/>
            </a:blip>
            <a:stretch>
              <a:fillRect/>
            </a:stretch>
          </p:blipFill>
          <p:spPr>
            <a:xfrm>
              <a:off x="7439551" y="-805349"/>
              <a:ext cx="2324250" cy="229475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" name="Google Shape;138;p1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 cstate="print">
            <a:alphaModFix amt="60000"/>
          </a:blip>
          <a:stretch>
            <a:fillRect/>
          </a:stretch>
        </p:blipFill>
        <p:spPr>
          <a:xfrm>
            <a:off x="-1029327" y="3181250"/>
            <a:ext cx="2881223" cy="2929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 cstate="print">
            <a:alphaModFix/>
          </a:blip>
          <a:stretch>
            <a:fillRect/>
          </a:stretch>
        </p:blipFill>
        <p:spPr>
          <a:xfrm rot="9116214">
            <a:off x="7511526" y="565727"/>
            <a:ext cx="2981601" cy="40120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 only 3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Google Shape;143;p1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44;p19"/>
          <p:cNvGrpSpPr/>
          <p:nvPr/>
        </p:nvGrpSpPr>
        <p:grpSpPr>
          <a:xfrm>
            <a:off x="-576577" y="-1474725"/>
            <a:ext cx="10363825" cy="2929874"/>
            <a:chOff x="-576577" y="-1227375"/>
            <a:chExt cx="10363825" cy="2929874"/>
          </a:xfrm>
        </p:grpSpPr>
        <p:pic>
          <p:nvPicPr>
            <p:cNvPr id="145" name="Google Shape;145;p19"/>
            <p:cNvPicPr preferRelativeResize="0"/>
            <p:nvPr/>
          </p:nvPicPr>
          <p:blipFill>
            <a:blip r:embed="rId3" cstate="print">
              <a:alphaModFix amt="52000"/>
            </a:blip>
            <a:stretch>
              <a:fillRect/>
            </a:stretch>
          </p:blipFill>
          <p:spPr>
            <a:xfrm flipH="1">
              <a:off x="7474223" y="-1184322"/>
              <a:ext cx="2313025" cy="2519726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6" name="Google Shape;146;p19"/>
            <p:cNvPicPr preferRelativeResize="0"/>
            <p:nvPr/>
          </p:nvPicPr>
          <p:blipFill>
            <a:blip r:embed="rId4" cstate="print">
              <a:alphaModFix amt="57000"/>
            </a:blip>
            <a:stretch>
              <a:fillRect/>
            </a:stretch>
          </p:blipFill>
          <p:spPr>
            <a:xfrm>
              <a:off x="-576577" y="-12273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 only 4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" name="Google Shape;149;p2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0" name="Google Shape;150;p20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1;p20"/>
          <p:cNvGrpSpPr/>
          <p:nvPr/>
        </p:nvGrpSpPr>
        <p:grpSpPr>
          <a:xfrm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152" name="Google Shape;152;p2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 cstate="print">
              <a:alphaModFix amt="47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 only 5"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grpSp>
        <p:nvGrpSpPr>
          <p:cNvPr id="2" name="Google Shape;157;p21"/>
          <p:cNvGrpSpPr/>
          <p:nvPr/>
        </p:nvGrpSpPr>
        <p:grpSpPr>
          <a:xfrm>
            <a:off x="-2260370" y="-3743099"/>
            <a:ext cx="14611870" cy="7885148"/>
            <a:chOff x="-2459845" y="-4046299"/>
            <a:chExt cx="14611870" cy="7885148"/>
          </a:xfrm>
        </p:grpSpPr>
        <p:pic>
          <p:nvPicPr>
            <p:cNvPr id="158" name="Google Shape;158;p21"/>
            <p:cNvPicPr preferRelativeResize="0"/>
            <p:nvPr/>
          </p:nvPicPr>
          <p:blipFill>
            <a:blip r:embed="rId3" cstate="print">
              <a:alphaModFix amt="32000"/>
            </a:blip>
            <a:stretch>
              <a:fillRect/>
            </a:stretch>
          </p:blipFill>
          <p:spPr>
            <a:xfrm rot="-10558877">
              <a:off x="-2298947" y="-1597926"/>
              <a:ext cx="3030302" cy="469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9" name="Google Shape;159;p21"/>
            <p:cNvPicPr preferRelativeResize="0"/>
            <p:nvPr/>
          </p:nvPicPr>
          <p:blipFill>
            <a:blip r:embed="rId4" cstate="print">
              <a:alphaModFix amt="50000"/>
            </a:blip>
            <a:stretch>
              <a:fillRect/>
            </a:stretch>
          </p:blipFill>
          <p:spPr>
            <a:xfrm>
              <a:off x="8428901" y="-40462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 only 6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2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2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latin typeface="Cardo"/>
                <a:ea typeface="Cardo"/>
                <a:cs typeface="Cardo"/>
                <a:sym typeface="Card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 header 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2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3"/>
          <p:cNvSpPr txBox="1">
            <a:spLocks noGrp="1"/>
          </p:cNvSpPr>
          <p:nvPr>
            <p:ph type="title"/>
          </p:nvPr>
        </p:nvSpPr>
        <p:spPr>
          <a:xfrm>
            <a:off x="4237673" y="1775425"/>
            <a:ext cx="27684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23"/>
          <p:cNvSpPr txBox="1">
            <a:spLocks noGrp="1"/>
          </p:cNvSpPr>
          <p:nvPr>
            <p:ph type="title" idx="2" hasCustomPrompt="1"/>
          </p:nvPr>
        </p:nvSpPr>
        <p:spPr>
          <a:xfrm>
            <a:off x="2474011" y="1592863"/>
            <a:ext cx="2112300" cy="1413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67" name="Google Shape;167;p23"/>
          <p:cNvSpPr txBox="1">
            <a:spLocks noGrp="1"/>
          </p:cNvSpPr>
          <p:nvPr>
            <p:ph type="subTitle" idx="1"/>
          </p:nvPr>
        </p:nvSpPr>
        <p:spPr>
          <a:xfrm>
            <a:off x="4237673" y="3149536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168" name="Google Shape;168;p23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23"/>
          <p:cNvPicPr preferRelativeResize="0"/>
          <p:nvPr/>
        </p:nvPicPr>
        <p:blipFill>
          <a:blip r:embed="rId4" cstate="print">
            <a:alphaModFix amt="49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Section header 2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" name="Google Shape;171;p2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4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7"/>
            <a:ext cx="9144003" cy="60945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4"/>
          <p:cNvPicPr preferRelativeResize="0"/>
          <p:nvPr/>
        </p:nvPicPr>
        <p:blipFill>
          <a:blip r:embed="rId4" cstate="print">
            <a:alphaModFix amt="44000"/>
          </a:blip>
          <a:stretch>
            <a:fillRect/>
          </a:stretch>
        </p:blipFill>
        <p:spPr>
          <a:xfrm>
            <a:off x="-844998" y="-1237050"/>
            <a:ext cx="4705600" cy="4785050"/>
          </a:xfrm>
          <a:prstGeom prst="rect">
            <a:avLst/>
          </a:prstGeom>
          <a:noFill/>
          <a:ln>
            <a:noFill/>
          </a:ln>
        </p:spPr>
      </p:pic>
      <p:sp>
        <p:nvSpPr>
          <p:cNvPr id="174" name="Google Shape;174;p24"/>
          <p:cNvSpPr txBox="1">
            <a:spLocks noGrp="1"/>
          </p:cNvSpPr>
          <p:nvPr>
            <p:ph type="title"/>
          </p:nvPr>
        </p:nvSpPr>
        <p:spPr>
          <a:xfrm>
            <a:off x="1887557" y="1850495"/>
            <a:ext cx="29718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5" name="Google Shape;175;p24"/>
          <p:cNvSpPr txBox="1">
            <a:spLocks noGrp="1"/>
          </p:cNvSpPr>
          <p:nvPr>
            <p:ph type="title" idx="2" hasCustomPrompt="1"/>
          </p:nvPr>
        </p:nvSpPr>
        <p:spPr>
          <a:xfrm>
            <a:off x="5091347" y="1436750"/>
            <a:ext cx="2165100" cy="1867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6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6" name="Google Shape;176;p24"/>
          <p:cNvSpPr txBox="1">
            <a:spLocks noGrp="1"/>
          </p:cNvSpPr>
          <p:nvPr>
            <p:ph type="subTitle" idx="1"/>
          </p:nvPr>
        </p:nvSpPr>
        <p:spPr>
          <a:xfrm>
            <a:off x="1892557" y="3192962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Section header 3"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5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>
            <a:off x="0" y="-947289"/>
            <a:ext cx="9144003" cy="609897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80;p25"/>
          <p:cNvGrpSpPr/>
          <p:nvPr/>
        </p:nvGrpSpPr>
        <p:grpSpPr>
          <a:xfrm>
            <a:off x="7353187" y="285158"/>
            <a:ext cx="1435761" cy="1460042"/>
            <a:chOff x="557362" y="374583"/>
            <a:chExt cx="1435761" cy="1460042"/>
          </a:xfrm>
        </p:grpSpPr>
        <p:pic>
          <p:nvPicPr>
            <p:cNvPr id="181" name="Google Shape;181;p25"/>
            <p:cNvPicPr preferRelativeResize="0"/>
            <p:nvPr/>
          </p:nvPicPr>
          <p:blipFill>
            <a:blip r:embed="rId4" cstate="print">
              <a:alphaModFix amt="49000"/>
            </a:blip>
            <a:stretch>
              <a:fillRect/>
            </a:stretch>
          </p:blipFill>
          <p:spPr>
            <a:xfrm>
              <a:off x="715100" y="5350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2" name="Google Shape;182;p25"/>
            <p:cNvPicPr preferRelativeResize="0"/>
            <p:nvPr/>
          </p:nvPicPr>
          <p:blipFill>
            <a:blip r:embed="rId5" cstate="print">
              <a:alphaModFix amt="44000"/>
            </a:blip>
            <a:stretch>
              <a:fillRect/>
            </a:stretch>
          </p:blipFill>
          <p:spPr>
            <a:xfrm flipH="1">
              <a:off x="557362" y="3745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3" name="Google Shape;183;p25"/>
          <p:cNvSpPr txBox="1">
            <a:spLocks noGrp="1"/>
          </p:cNvSpPr>
          <p:nvPr>
            <p:ph type="title"/>
          </p:nvPr>
        </p:nvSpPr>
        <p:spPr>
          <a:xfrm>
            <a:off x="2655850" y="1107700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25"/>
          <p:cNvSpPr txBox="1">
            <a:spLocks noGrp="1"/>
          </p:cNvSpPr>
          <p:nvPr>
            <p:ph type="title" idx="2" hasCustomPrompt="1"/>
          </p:nvPr>
        </p:nvSpPr>
        <p:spPr>
          <a:xfrm>
            <a:off x="2996500" y="314725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85" name="Google Shape;185;p25"/>
          <p:cNvSpPr txBox="1">
            <a:spLocks noGrp="1"/>
          </p:cNvSpPr>
          <p:nvPr>
            <p:ph type="subTitle" idx="1"/>
          </p:nvPr>
        </p:nvSpPr>
        <p:spPr>
          <a:xfrm>
            <a:off x="3187750" y="2483994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4">
  <p:cSld name="Section header 4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Google Shape;187;p2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6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rot="10800000">
            <a:off x="0" y="-431300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26"/>
          <p:cNvSpPr txBox="1">
            <a:spLocks noGrp="1"/>
          </p:cNvSpPr>
          <p:nvPr>
            <p:ph type="title"/>
          </p:nvPr>
        </p:nvSpPr>
        <p:spPr>
          <a:xfrm>
            <a:off x="3992510" y="1565802"/>
            <a:ext cx="38322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6"/>
          <p:cNvSpPr txBox="1">
            <a:spLocks noGrp="1"/>
          </p:cNvSpPr>
          <p:nvPr>
            <p:ph type="title" idx="2" hasCustomPrompt="1"/>
          </p:nvPr>
        </p:nvSpPr>
        <p:spPr>
          <a:xfrm>
            <a:off x="2265764" y="1514510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91" name="Google Shape;191;p26"/>
          <p:cNvSpPr txBox="1">
            <a:spLocks noGrp="1"/>
          </p:cNvSpPr>
          <p:nvPr>
            <p:ph type="subTitle" idx="1"/>
          </p:nvPr>
        </p:nvSpPr>
        <p:spPr>
          <a:xfrm>
            <a:off x="3992510" y="2929678"/>
            <a:ext cx="27684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5">
  <p:cSld name="Section header 5"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2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194;p27"/>
          <p:cNvGrpSpPr/>
          <p:nvPr/>
        </p:nvGrpSpPr>
        <p:grpSpPr>
          <a:xfrm>
            <a:off x="-663524" y="-279925"/>
            <a:ext cx="5639853" cy="7085221"/>
            <a:chOff x="-663524" y="-279925"/>
            <a:chExt cx="5639853" cy="7085221"/>
          </a:xfrm>
        </p:grpSpPr>
        <p:pic>
          <p:nvPicPr>
            <p:cNvPr id="195" name="Google Shape;195;p27"/>
            <p:cNvPicPr preferRelativeResize="0"/>
            <p:nvPr/>
          </p:nvPicPr>
          <p:blipFill>
            <a:blip r:embed="rId3" cstate="print">
              <a:alphaModFix amt="26000"/>
            </a:blip>
            <a:stretch>
              <a:fillRect/>
            </a:stretch>
          </p:blipFill>
          <p:spPr>
            <a:xfrm rot="8851044" flipH="1">
              <a:off x="905324" y="16405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6" name="Google Shape;196;p27"/>
            <p:cNvPicPr preferRelativeResize="0"/>
            <p:nvPr/>
          </p:nvPicPr>
          <p:blipFill>
            <a:blip r:embed="rId4" cstate="print">
              <a:alphaModFix amt="37000"/>
            </a:blip>
            <a:stretch>
              <a:fillRect/>
            </a:stretch>
          </p:blipFill>
          <p:spPr>
            <a:xfrm>
              <a:off x="1578325" y="-229924"/>
              <a:ext cx="660099" cy="671252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7" name="Google Shape;197;p27"/>
            <p:cNvPicPr preferRelativeResize="0"/>
            <p:nvPr/>
          </p:nvPicPr>
          <p:blipFill>
            <a:blip r:embed="rId5" cstate="print">
              <a:alphaModFix amt="33000"/>
            </a:blip>
            <a:stretch>
              <a:fillRect/>
            </a:stretch>
          </p:blipFill>
          <p:spPr>
            <a:xfrm flipH="1">
              <a:off x="-663524" y="-279925"/>
              <a:ext cx="1947024" cy="198002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98" name="Google Shape;198;p27"/>
          <p:cNvSpPr txBox="1">
            <a:spLocks noGrp="1"/>
          </p:cNvSpPr>
          <p:nvPr>
            <p:ph type="title"/>
          </p:nvPr>
        </p:nvSpPr>
        <p:spPr>
          <a:xfrm>
            <a:off x="1976457" y="1562421"/>
            <a:ext cx="3150900" cy="11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9" name="Google Shape;199;p27"/>
          <p:cNvSpPr txBox="1">
            <a:spLocks noGrp="1"/>
          </p:cNvSpPr>
          <p:nvPr>
            <p:ph type="title" idx="2" hasCustomPrompt="1"/>
          </p:nvPr>
        </p:nvSpPr>
        <p:spPr>
          <a:xfrm>
            <a:off x="3748582" y="1549507"/>
            <a:ext cx="3150900" cy="107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10300">
                <a:solidFill>
                  <a:schemeClr val="accen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200" name="Google Shape;200;p27"/>
          <p:cNvSpPr txBox="1">
            <a:spLocks noGrp="1"/>
          </p:cNvSpPr>
          <p:nvPr>
            <p:ph type="subTitle" idx="1"/>
          </p:nvPr>
        </p:nvSpPr>
        <p:spPr>
          <a:xfrm>
            <a:off x="2155557" y="2933311"/>
            <a:ext cx="2971800" cy="71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p2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28"/>
          <p:cNvSpPr txBox="1">
            <a:spLocks noGrp="1"/>
          </p:cNvSpPr>
          <p:nvPr>
            <p:ph type="title"/>
          </p:nvPr>
        </p:nvSpPr>
        <p:spPr>
          <a:xfrm>
            <a:off x="3865000" y="3575328"/>
            <a:ext cx="4563900" cy="53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1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4" name="Google Shape;204;p28"/>
          <p:cNvSpPr txBox="1">
            <a:spLocks noGrp="1"/>
          </p:cNvSpPr>
          <p:nvPr>
            <p:ph type="subTitle" idx="1"/>
          </p:nvPr>
        </p:nvSpPr>
        <p:spPr>
          <a:xfrm>
            <a:off x="2462250" y="1347275"/>
            <a:ext cx="5967000" cy="20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30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05" name="Google Shape;205;p28"/>
          <p:cNvPicPr preferRelativeResize="0"/>
          <p:nvPr/>
        </p:nvPicPr>
        <p:blipFill>
          <a:blip r:embed="rId3" cstate="print">
            <a:alphaModFix amt="21000"/>
          </a:blip>
          <a:stretch>
            <a:fillRect/>
          </a:stretch>
        </p:blipFill>
        <p:spPr>
          <a:xfrm rot="1586418">
            <a:off x="-764950" y="60749"/>
            <a:ext cx="3165078" cy="49069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2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08;p29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209" name="Google Shape;209;p29"/>
            <p:cNvPicPr preferRelativeResize="0"/>
            <p:nvPr/>
          </p:nvPicPr>
          <p:blipFill>
            <a:blip r:embed="rId3" cstate="print">
              <a:alphaModFix amt="44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0" name="Google Shape;210;p29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1" name="Google Shape;211;p29"/>
          <p:cNvSpPr txBox="1">
            <a:spLocks noGrp="1"/>
          </p:cNvSpPr>
          <p:nvPr>
            <p:ph type="subTitle" idx="1"/>
          </p:nvPr>
        </p:nvSpPr>
        <p:spPr>
          <a:xfrm>
            <a:off x="720000" y="3603150"/>
            <a:ext cx="2586600" cy="100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2" name="Google Shape;212;p29"/>
          <p:cNvSpPr txBox="1">
            <a:spLocks noGrp="1"/>
          </p:cNvSpPr>
          <p:nvPr>
            <p:ph type="title"/>
          </p:nvPr>
        </p:nvSpPr>
        <p:spPr>
          <a:xfrm>
            <a:off x="720000" y="2328775"/>
            <a:ext cx="2586600" cy="1076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Google Shape;214;p3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30"/>
          <p:cNvPicPr preferRelativeResize="0"/>
          <p:nvPr/>
        </p:nvPicPr>
        <p:blipFill>
          <a:blip r:embed="rId3" cstate="print">
            <a:alphaModFix amt="17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30"/>
          <p:cNvSpPr txBox="1">
            <a:spLocks noGrp="1"/>
          </p:cNvSpPr>
          <p:nvPr>
            <p:ph type="subTitle" idx="1"/>
          </p:nvPr>
        </p:nvSpPr>
        <p:spPr>
          <a:xfrm>
            <a:off x="715100" y="2935500"/>
            <a:ext cx="3180600" cy="109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7" name="Google Shape;217;p30"/>
          <p:cNvSpPr txBox="1">
            <a:spLocks noGrp="1"/>
          </p:cNvSpPr>
          <p:nvPr>
            <p:ph type="title"/>
          </p:nvPr>
        </p:nvSpPr>
        <p:spPr>
          <a:xfrm>
            <a:off x="715100" y="1341800"/>
            <a:ext cx="3751800" cy="1395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1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flipH="1">
            <a:off x="0" y="-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1"/>
          <p:cNvSpPr txBox="1">
            <a:spLocks noGrp="1"/>
          </p:cNvSpPr>
          <p:nvPr>
            <p:ph type="subTitle" idx="1"/>
          </p:nvPr>
        </p:nvSpPr>
        <p:spPr>
          <a:xfrm>
            <a:off x="4263100" y="2740825"/>
            <a:ext cx="3820800" cy="94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31"/>
          <p:cNvSpPr txBox="1">
            <a:spLocks noGrp="1"/>
          </p:cNvSpPr>
          <p:nvPr>
            <p:ph type="title"/>
          </p:nvPr>
        </p:nvSpPr>
        <p:spPr>
          <a:xfrm>
            <a:off x="4263100" y="1871650"/>
            <a:ext cx="3820800" cy="65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4" name="Google Shape;224;p3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32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32"/>
          <p:cNvSpPr txBox="1">
            <a:spLocks noGrp="1"/>
          </p:cNvSpPr>
          <p:nvPr>
            <p:ph type="subTitle" idx="1"/>
          </p:nvPr>
        </p:nvSpPr>
        <p:spPr>
          <a:xfrm>
            <a:off x="715100" y="1274025"/>
            <a:ext cx="7713900" cy="280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 sz="12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32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" name="Google Shape;229;p3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0" name="Google Shape;230;p33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1" name="Google Shape;231;p33"/>
          <p:cNvSpPr txBox="1">
            <a:spLocks noGrp="1"/>
          </p:cNvSpPr>
          <p:nvPr>
            <p:ph type="subTitle" idx="1"/>
          </p:nvPr>
        </p:nvSpPr>
        <p:spPr>
          <a:xfrm>
            <a:off x="715100" y="1175650"/>
            <a:ext cx="40047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2" name="Google Shape;232;p33"/>
          <p:cNvSpPr txBox="1">
            <a:spLocks noGrp="1"/>
          </p:cNvSpPr>
          <p:nvPr>
            <p:ph type="subTitle" idx="2"/>
          </p:nvPr>
        </p:nvSpPr>
        <p:spPr>
          <a:xfrm>
            <a:off x="4994900" y="1175650"/>
            <a:ext cx="3429000" cy="3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233" name="Google Shape;233;p33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5400000" flipH="1">
            <a:off x="6321149" y="2509026"/>
            <a:ext cx="2028050" cy="4295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3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34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-753722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4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34"/>
          <p:cNvSpPr txBox="1">
            <a:spLocks noGrp="1"/>
          </p:cNvSpPr>
          <p:nvPr>
            <p:ph type="subTitle" idx="1"/>
          </p:nvPr>
        </p:nvSpPr>
        <p:spPr>
          <a:xfrm>
            <a:off x="1290763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34"/>
          <p:cNvSpPr txBox="1">
            <a:spLocks noGrp="1"/>
          </p:cNvSpPr>
          <p:nvPr>
            <p:ph type="subTitle" idx="2"/>
          </p:nvPr>
        </p:nvSpPr>
        <p:spPr>
          <a:xfrm>
            <a:off x="4945638" y="1837941"/>
            <a:ext cx="2907600" cy="71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500"/>
              <a:buFont typeface="Bebas Neue"/>
              <a:buNone/>
              <a:defRPr sz="25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0" name="Google Shape;240;p34"/>
          <p:cNvSpPr txBox="1">
            <a:spLocks noGrp="1"/>
          </p:cNvSpPr>
          <p:nvPr>
            <p:ph type="subTitle" idx="3"/>
          </p:nvPr>
        </p:nvSpPr>
        <p:spPr>
          <a:xfrm>
            <a:off x="1290775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34"/>
          <p:cNvSpPr txBox="1">
            <a:spLocks noGrp="1"/>
          </p:cNvSpPr>
          <p:nvPr>
            <p:ph type="subTitle" idx="4"/>
          </p:nvPr>
        </p:nvSpPr>
        <p:spPr>
          <a:xfrm>
            <a:off x="4945650" y="2740676"/>
            <a:ext cx="2907600" cy="116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6">
  <p:cSld name="Title and text 6"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3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244;p35"/>
          <p:cNvGrpSpPr/>
          <p:nvPr/>
        </p:nvGrpSpPr>
        <p:grpSpPr>
          <a:xfrm flipH="1">
            <a:off x="-1059374" y="202758"/>
            <a:ext cx="9874808" cy="5928742"/>
            <a:chOff x="252562" y="222183"/>
            <a:chExt cx="9874808" cy="5928742"/>
          </a:xfrm>
        </p:grpSpPr>
        <p:pic>
          <p:nvPicPr>
            <p:cNvPr id="245" name="Google Shape;245;p35"/>
            <p:cNvPicPr preferRelativeResize="0"/>
            <p:nvPr/>
          </p:nvPicPr>
          <p:blipFill>
            <a:blip r:embed="rId3" cstate="print">
              <a:alphaModFix amt="50000"/>
            </a:blip>
            <a:stretch>
              <a:fillRect/>
            </a:stretch>
          </p:blipFill>
          <p:spPr>
            <a:xfrm>
              <a:off x="7222371" y="2986325"/>
              <a:ext cx="2904999" cy="31646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6" name="Google Shape;246;p35"/>
            <p:cNvPicPr preferRelativeResize="0"/>
            <p:nvPr/>
          </p:nvPicPr>
          <p:blipFill>
            <a:blip r:embed="rId4" cstate="print">
              <a:alphaModFix amt="48000"/>
            </a:blip>
            <a:stretch>
              <a:fillRect/>
            </a:stretch>
          </p:blipFill>
          <p:spPr>
            <a:xfrm>
              <a:off x="410300" y="382600"/>
              <a:ext cx="1278024" cy="12996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7" name="Google Shape;247;p35"/>
            <p:cNvPicPr preferRelativeResize="0"/>
            <p:nvPr/>
          </p:nvPicPr>
          <p:blipFill>
            <a:blip r:embed="rId5" cstate="print">
              <a:alphaModFix amt="60000"/>
            </a:blip>
            <a:stretch>
              <a:fillRect/>
            </a:stretch>
          </p:blipFill>
          <p:spPr>
            <a:xfrm flipH="1">
              <a:off x="252562" y="222183"/>
              <a:ext cx="315473" cy="32082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8" name="Google Shape;248;p35"/>
          <p:cNvSpPr txBox="1">
            <a:spLocks noGrp="1"/>
          </p:cNvSpPr>
          <p:nvPr>
            <p:ph type="title"/>
          </p:nvPr>
        </p:nvSpPr>
        <p:spPr>
          <a:xfrm>
            <a:off x="4010875" y="1307100"/>
            <a:ext cx="44199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7">
  <p:cSld name="Title and text 7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36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996263" y="3841453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36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4427027" y="6719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3" name="Google Shape;253;p36"/>
          <p:cNvSpPr txBox="1">
            <a:spLocks noGrp="1"/>
          </p:cNvSpPr>
          <p:nvPr>
            <p:ph type="body" idx="1"/>
          </p:nvPr>
        </p:nvSpPr>
        <p:spPr>
          <a:xfrm>
            <a:off x="2638050" y="1792100"/>
            <a:ext cx="3867900" cy="2510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>
                <a:solidFill>
                  <a:srgbClr val="434343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4" name="Google Shape;254;p36"/>
          <p:cNvSpPr txBox="1">
            <a:spLocks noGrp="1"/>
          </p:cNvSpPr>
          <p:nvPr>
            <p:ph type="title"/>
          </p:nvPr>
        </p:nvSpPr>
        <p:spPr>
          <a:xfrm>
            <a:off x="2638050" y="840725"/>
            <a:ext cx="27057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3">
  <p:cSld name="Title and two columns 3"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6" name="Google Shape;256;p3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7" name="Google Shape;257;p37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flipH="1">
            <a:off x="-709963" y="3620328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p37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>
            <a:off x="6802252" y="-2106150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37"/>
          <p:cNvSpPr txBox="1">
            <a:spLocks noGrp="1"/>
          </p:cNvSpPr>
          <p:nvPr>
            <p:ph type="subTitle" idx="1"/>
          </p:nvPr>
        </p:nvSpPr>
        <p:spPr>
          <a:xfrm>
            <a:off x="715100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0" name="Google Shape;260;p37"/>
          <p:cNvSpPr txBox="1">
            <a:spLocks noGrp="1"/>
          </p:cNvSpPr>
          <p:nvPr>
            <p:ph type="subTitle" idx="2"/>
          </p:nvPr>
        </p:nvSpPr>
        <p:spPr>
          <a:xfrm>
            <a:off x="4638325" y="1922325"/>
            <a:ext cx="3785700" cy="184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1" name="Google Shape;261;p3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eight columns">
  <p:cSld name="Title and eight columns"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3" name="Google Shape;263;p3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38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8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66" name="Google Shape;266;p38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7" name="Google Shape;267;p38"/>
          <p:cNvSpPr txBox="1">
            <a:spLocks noGrp="1"/>
          </p:cNvSpPr>
          <p:nvPr>
            <p:ph type="subTitle" idx="1"/>
          </p:nvPr>
        </p:nvSpPr>
        <p:spPr>
          <a:xfrm>
            <a:off x="1881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8" name="Google Shape;268;p38"/>
          <p:cNvSpPr txBox="1">
            <a:spLocks noGrp="1"/>
          </p:cNvSpPr>
          <p:nvPr>
            <p:ph type="title" idx="2" hasCustomPrompt="1"/>
          </p:nvPr>
        </p:nvSpPr>
        <p:spPr>
          <a:xfrm>
            <a:off x="842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38"/>
          <p:cNvSpPr txBox="1">
            <a:spLocks noGrp="1"/>
          </p:cNvSpPr>
          <p:nvPr>
            <p:ph type="subTitle" idx="3"/>
          </p:nvPr>
        </p:nvSpPr>
        <p:spPr>
          <a:xfrm>
            <a:off x="1881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0" name="Google Shape;270;p38"/>
          <p:cNvSpPr txBox="1">
            <a:spLocks noGrp="1"/>
          </p:cNvSpPr>
          <p:nvPr>
            <p:ph type="title" idx="4" hasCustomPrompt="1"/>
          </p:nvPr>
        </p:nvSpPr>
        <p:spPr>
          <a:xfrm>
            <a:off x="842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1" name="Google Shape;271;p38"/>
          <p:cNvSpPr txBox="1">
            <a:spLocks noGrp="1"/>
          </p:cNvSpPr>
          <p:nvPr>
            <p:ph type="subTitle" idx="5"/>
          </p:nvPr>
        </p:nvSpPr>
        <p:spPr>
          <a:xfrm>
            <a:off x="1881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2" name="Google Shape;272;p38"/>
          <p:cNvSpPr txBox="1">
            <a:spLocks noGrp="1"/>
          </p:cNvSpPr>
          <p:nvPr>
            <p:ph type="title" idx="6" hasCustomPrompt="1"/>
          </p:nvPr>
        </p:nvSpPr>
        <p:spPr>
          <a:xfrm>
            <a:off x="842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3" name="Google Shape;273;p38"/>
          <p:cNvSpPr txBox="1">
            <a:spLocks noGrp="1"/>
          </p:cNvSpPr>
          <p:nvPr>
            <p:ph type="subTitle" idx="7"/>
          </p:nvPr>
        </p:nvSpPr>
        <p:spPr>
          <a:xfrm>
            <a:off x="1881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4" name="Google Shape;274;p38"/>
          <p:cNvSpPr txBox="1">
            <a:spLocks noGrp="1"/>
          </p:cNvSpPr>
          <p:nvPr>
            <p:ph type="title" idx="8" hasCustomPrompt="1"/>
          </p:nvPr>
        </p:nvSpPr>
        <p:spPr>
          <a:xfrm>
            <a:off x="842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5" name="Google Shape;275;p38"/>
          <p:cNvSpPr txBox="1">
            <a:spLocks noGrp="1"/>
          </p:cNvSpPr>
          <p:nvPr>
            <p:ph type="subTitle" idx="9"/>
          </p:nvPr>
        </p:nvSpPr>
        <p:spPr>
          <a:xfrm>
            <a:off x="5770400" y="1274889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6" name="Google Shape;276;p38"/>
          <p:cNvSpPr txBox="1">
            <a:spLocks noGrp="1"/>
          </p:cNvSpPr>
          <p:nvPr>
            <p:ph type="title" idx="13" hasCustomPrompt="1"/>
          </p:nvPr>
        </p:nvSpPr>
        <p:spPr>
          <a:xfrm>
            <a:off x="4731200" y="1274904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7" name="Google Shape;277;p38"/>
          <p:cNvSpPr txBox="1">
            <a:spLocks noGrp="1"/>
          </p:cNvSpPr>
          <p:nvPr>
            <p:ph type="subTitle" idx="14"/>
          </p:nvPr>
        </p:nvSpPr>
        <p:spPr>
          <a:xfrm>
            <a:off x="5770400" y="2107338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78" name="Google Shape;278;p38"/>
          <p:cNvSpPr txBox="1">
            <a:spLocks noGrp="1"/>
          </p:cNvSpPr>
          <p:nvPr>
            <p:ph type="title" idx="15" hasCustomPrompt="1"/>
          </p:nvPr>
        </p:nvSpPr>
        <p:spPr>
          <a:xfrm>
            <a:off x="4731200" y="2107338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79" name="Google Shape;279;p38"/>
          <p:cNvSpPr txBox="1">
            <a:spLocks noGrp="1"/>
          </p:cNvSpPr>
          <p:nvPr>
            <p:ph type="subTitle" idx="16"/>
          </p:nvPr>
        </p:nvSpPr>
        <p:spPr>
          <a:xfrm>
            <a:off x="5770400" y="2945975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0" name="Google Shape;280;p38"/>
          <p:cNvSpPr txBox="1">
            <a:spLocks noGrp="1"/>
          </p:cNvSpPr>
          <p:nvPr>
            <p:ph type="title" idx="17" hasCustomPrompt="1"/>
          </p:nvPr>
        </p:nvSpPr>
        <p:spPr>
          <a:xfrm>
            <a:off x="4731200" y="2945975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  <p:sp>
        <p:nvSpPr>
          <p:cNvPr id="281" name="Google Shape;281;p38"/>
          <p:cNvSpPr txBox="1">
            <a:spLocks noGrp="1"/>
          </p:cNvSpPr>
          <p:nvPr>
            <p:ph type="subTitle" idx="18"/>
          </p:nvPr>
        </p:nvSpPr>
        <p:spPr>
          <a:xfrm>
            <a:off x="5770400" y="3784650"/>
            <a:ext cx="25314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2" name="Google Shape;282;p38"/>
          <p:cNvSpPr txBox="1">
            <a:spLocks noGrp="1"/>
          </p:cNvSpPr>
          <p:nvPr>
            <p:ph type="title" idx="19" hasCustomPrompt="1"/>
          </p:nvPr>
        </p:nvSpPr>
        <p:spPr>
          <a:xfrm>
            <a:off x="4731200" y="3784650"/>
            <a:ext cx="1039200" cy="61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None/>
              <a:defRPr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700"/>
              <a:buFont typeface="Josefin Sans"/>
              <a:buNone/>
              <a:defRPr sz="2700">
                <a:solidFill>
                  <a:schemeClr val="accent1"/>
                </a:solidFill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4">
  <p:cSld name="Title and two columns 4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4" name="Google Shape;284;p3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2510" y="1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39"/>
          <p:cNvPicPr preferRelativeResize="0"/>
          <p:nvPr/>
        </p:nvPicPr>
        <p:blipFill>
          <a:blip r:embed="rId3" cstate="print">
            <a:alphaModFix amt="34000"/>
          </a:blip>
          <a:stretch>
            <a:fillRect/>
          </a:stretch>
        </p:blipFill>
        <p:spPr>
          <a:xfrm rot="10800000" flipH="1">
            <a:off x="7202803" y="-1179375"/>
            <a:ext cx="2662825" cy="270794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39"/>
          <p:cNvPicPr preferRelativeResize="0"/>
          <p:nvPr/>
        </p:nvPicPr>
        <p:blipFill>
          <a:blip r:embed="rId4" cstate="print">
            <a:alphaModFix amt="41000"/>
          </a:blip>
          <a:stretch>
            <a:fillRect/>
          </a:stretch>
        </p:blipFill>
        <p:spPr>
          <a:xfrm rot="10800000">
            <a:off x="-1525138" y="3310951"/>
            <a:ext cx="3878551" cy="39441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39"/>
          <p:cNvSpPr txBox="1">
            <a:spLocks noGrp="1"/>
          </p:cNvSpPr>
          <p:nvPr>
            <p:ph type="subTitle" idx="1"/>
          </p:nvPr>
        </p:nvSpPr>
        <p:spPr>
          <a:xfrm>
            <a:off x="715100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8" name="Google Shape;288;p39"/>
          <p:cNvSpPr txBox="1">
            <a:spLocks noGrp="1"/>
          </p:cNvSpPr>
          <p:nvPr>
            <p:ph type="subTitle" idx="2"/>
          </p:nvPr>
        </p:nvSpPr>
        <p:spPr>
          <a:xfrm>
            <a:off x="4638325" y="2006400"/>
            <a:ext cx="3785700" cy="2388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89" name="Google Shape;289;p39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0" name="Google Shape;290;p39"/>
          <p:cNvSpPr txBox="1">
            <a:spLocks noGrp="1"/>
          </p:cNvSpPr>
          <p:nvPr>
            <p:ph type="title" idx="3"/>
          </p:nvPr>
        </p:nvSpPr>
        <p:spPr>
          <a:xfrm>
            <a:off x="715100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1" name="Google Shape;291;p39"/>
          <p:cNvSpPr txBox="1">
            <a:spLocks noGrp="1"/>
          </p:cNvSpPr>
          <p:nvPr>
            <p:ph type="title" idx="4"/>
          </p:nvPr>
        </p:nvSpPr>
        <p:spPr>
          <a:xfrm>
            <a:off x="4638325" y="1298675"/>
            <a:ext cx="3785700" cy="420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1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p4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40"/>
          <p:cNvPicPr preferRelativeResize="0"/>
          <p:nvPr/>
        </p:nvPicPr>
        <p:blipFill>
          <a:blip r:embed="rId3" cstate="print">
            <a:alphaModFix amt="15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40"/>
          <p:cNvSpPr txBox="1">
            <a:spLocks noGrp="1"/>
          </p:cNvSpPr>
          <p:nvPr>
            <p:ph type="title"/>
          </p:nvPr>
        </p:nvSpPr>
        <p:spPr>
          <a:xfrm>
            <a:off x="7200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6" name="Google Shape;296;p40"/>
          <p:cNvSpPr txBox="1">
            <a:spLocks noGrp="1"/>
          </p:cNvSpPr>
          <p:nvPr>
            <p:ph type="subTitle" idx="1"/>
          </p:nvPr>
        </p:nvSpPr>
        <p:spPr>
          <a:xfrm>
            <a:off x="7200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7" name="Google Shape;297;p40"/>
          <p:cNvSpPr txBox="1">
            <a:spLocks noGrp="1"/>
          </p:cNvSpPr>
          <p:nvPr>
            <p:ph type="title" idx="2"/>
          </p:nvPr>
        </p:nvSpPr>
        <p:spPr>
          <a:xfrm>
            <a:off x="34038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98" name="Google Shape;298;p40"/>
          <p:cNvSpPr txBox="1">
            <a:spLocks noGrp="1"/>
          </p:cNvSpPr>
          <p:nvPr>
            <p:ph type="subTitle" idx="3"/>
          </p:nvPr>
        </p:nvSpPr>
        <p:spPr>
          <a:xfrm>
            <a:off x="34038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99" name="Google Shape;299;p40"/>
          <p:cNvSpPr txBox="1">
            <a:spLocks noGrp="1"/>
          </p:cNvSpPr>
          <p:nvPr>
            <p:ph type="title" idx="4"/>
          </p:nvPr>
        </p:nvSpPr>
        <p:spPr>
          <a:xfrm>
            <a:off x="6087600" y="2285844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0" name="Google Shape;300;p40"/>
          <p:cNvSpPr txBox="1">
            <a:spLocks noGrp="1"/>
          </p:cNvSpPr>
          <p:nvPr>
            <p:ph type="subTitle" idx="5"/>
          </p:nvPr>
        </p:nvSpPr>
        <p:spPr>
          <a:xfrm>
            <a:off x="6087600" y="3006517"/>
            <a:ext cx="2336400" cy="115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latin typeface="Quicksand"/>
                <a:ea typeface="Quicksand"/>
                <a:cs typeface="Quicksand"/>
                <a:sym typeface="Quicksan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1" name="Google Shape;301;p40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 b="1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4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1"/>
          <p:cNvSpPr txBox="1">
            <a:spLocks noGrp="1"/>
          </p:cNvSpPr>
          <p:nvPr>
            <p:ph type="title"/>
          </p:nvPr>
        </p:nvSpPr>
        <p:spPr>
          <a:xfrm>
            <a:off x="717125" y="2594825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5" name="Google Shape;305;p41"/>
          <p:cNvSpPr txBox="1">
            <a:spLocks noGrp="1"/>
          </p:cNvSpPr>
          <p:nvPr>
            <p:ph type="subTitle" idx="1"/>
          </p:nvPr>
        </p:nvSpPr>
        <p:spPr>
          <a:xfrm>
            <a:off x="719988" y="3312525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6" name="Google Shape;306;p41"/>
          <p:cNvSpPr txBox="1">
            <a:spLocks noGrp="1"/>
          </p:cNvSpPr>
          <p:nvPr>
            <p:ph type="title" idx="2"/>
          </p:nvPr>
        </p:nvSpPr>
        <p:spPr>
          <a:xfrm>
            <a:off x="3395188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7" name="Google Shape;307;p41"/>
          <p:cNvSpPr txBox="1">
            <a:spLocks noGrp="1"/>
          </p:cNvSpPr>
          <p:nvPr>
            <p:ph type="subTitle" idx="3"/>
          </p:nvPr>
        </p:nvSpPr>
        <p:spPr>
          <a:xfrm>
            <a:off x="3395188" y="331260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08" name="Google Shape;308;p41"/>
          <p:cNvSpPr txBox="1">
            <a:spLocks noGrp="1"/>
          </p:cNvSpPr>
          <p:nvPr>
            <p:ph type="title" idx="4"/>
          </p:nvPr>
        </p:nvSpPr>
        <p:spPr>
          <a:xfrm>
            <a:off x="6070363" y="2594900"/>
            <a:ext cx="23565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09" name="Google Shape;309;p41"/>
          <p:cNvSpPr txBox="1">
            <a:spLocks noGrp="1"/>
          </p:cNvSpPr>
          <p:nvPr>
            <p:ph type="subTitle" idx="5"/>
          </p:nvPr>
        </p:nvSpPr>
        <p:spPr>
          <a:xfrm>
            <a:off x="6070363" y="3312150"/>
            <a:ext cx="2356500" cy="111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0" name="Google Shape;310;p41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pic>
        <p:nvPicPr>
          <p:cNvPr id="311" name="Google Shape;311;p41"/>
          <p:cNvPicPr preferRelativeResize="0"/>
          <p:nvPr/>
        </p:nvPicPr>
        <p:blipFill>
          <a:blip r:embed="rId3" cstate="print">
            <a:alphaModFix amt="32000"/>
          </a:blip>
          <a:stretch>
            <a:fillRect/>
          </a:stretch>
        </p:blipFill>
        <p:spPr>
          <a:xfrm>
            <a:off x="-1019777" y="-1847072"/>
            <a:ext cx="2313025" cy="2519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41"/>
          <p:cNvPicPr preferRelativeResize="0"/>
          <p:nvPr/>
        </p:nvPicPr>
        <p:blipFill>
          <a:blip r:embed="rId4" cstate="print">
            <a:alphaModFix amt="30000"/>
          </a:blip>
          <a:stretch>
            <a:fillRect/>
          </a:stretch>
        </p:blipFill>
        <p:spPr>
          <a:xfrm>
            <a:off x="6988285" y="-2018700"/>
            <a:ext cx="2881223" cy="29298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4" name="Google Shape;314;p4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42"/>
          <p:cNvPicPr preferRelativeResize="0"/>
          <p:nvPr/>
        </p:nvPicPr>
        <p:blipFill>
          <a:blip r:embed="rId3" cstate="print">
            <a:alphaModFix amt="35000"/>
          </a:blip>
          <a:stretch>
            <a:fillRect/>
          </a:stretch>
        </p:blipFill>
        <p:spPr>
          <a:xfrm rot="-702089">
            <a:off x="-734167" y="792101"/>
            <a:ext cx="7717137" cy="5143502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42"/>
          <p:cNvSpPr txBox="1">
            <a:spLocks noGrp="1"/>
          </p:cNvSpPr>
          <p:nvPr>
            <p:ph type="title"/>
          </p:nvPr>
        </p:nvSpPr>
        <p:spPr>
          <a:xfrm>
            <a:off x="7200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7" name="Google Shape;317;p42"/>
          <p:cNvSpPr txBox="1">
            <a:spLocks noGrp="1"/>
          </p:cNvSpPr>
          <p:nvPr>
            <p:ph type="subTitle" idx="1"/>
          </p:nvPr>
        </p:nvSpPr>
        <p:spPr>
          <a:xfrm>
            <a:off x="9246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18" name="Google Shape;318;p42"/>
          <p:cNvSpPr txBox="1">
            <a:spLocks noGrp="1"/>
          </p:cNvSpPr>
          <p:nvPr>
            <p:ph type="title" idx="2"/>
          </p:nvPr>
        </p:nvSpPr>
        <p:spPr>
          <a:xfrm>
            <a:off x="34038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19" name="Google Shape;319;p42"/>
          <p:cNvSpPr txBox="1">
            <a:spLocks noGrp="1"/>
          </p:cNvSpPr>
          <p:nvPr>
            <p:ph type="subTitle" idx="3"/>
          </p:nvPr>
        </p:nvSpPr>
        <p:spPr>
          <a:xfrm>
            <a:off x="36084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0" name="Google Shape;320;p42"/>
          <p:cNvSpPr txBox="1">
            <a:spLocks noGrp="1"/>
          </p:cNvSpPr>
          <p:nvPr>
            <p:ph type="title" idx="4"/>
          </p:nvPr>
        </p:nvSpPr>
        <p:spPr>
          <a:xfrm>
            <a:off x="6087600" y="2548563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1" name="Google Shape;321;p42"/>
          <p:cNvSpPr txBox="1">
            <a:spLocks noGrp="1"/>
          </p:cNvSpPr>
          <p:nvPr>
            <p:ph type="subTitle" idx="5"/>
          </p:nvPr>
        </p:nvSpPr>
        <p:spPr>
          <a:xfrm>
            <a:off x="6292200" y="3266225"/>
            <a:ext cx="1927200" cy="93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22" name="Google Shape;322;p42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3">
  <p:cSld name="Title and three columns 3">
    <p:spTree>
      <p:nvGrpSpPr>
        <p:cNvPr id="1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p43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25;p43"/>
          <p:cNvGrpSpPr/>
          <p:nvPr/>
        </p:nvGrpSpPr>
        <p:grpSpPr>
          <a:xfrm>
            <a:off x="-2630529" y="-1513088"/>
            <a:ext cx="13086688" cy="8065884"/>
            <a:chOff x="-2630529" y="-1513088"/>
            <a:chExt cx="13086688" cy="8065884"/>
          </a:xfrm>
        </p:grpSpPr>
        <p:pic>
          <p:nvPicPr>
            <p:cNvPr id="326" name="Google Shape;326;p43"/>
            <p:cNvPicPr preferRelativeResize="0"/>
            <p:nvPr/>
          </p:nvPicPr>
          <p:blipFill>
            <a:blip r:embed="rId3" cstate="print">
              <a:alphaModFix amt="30000"/>
            </a:blip>
            <a:stretch>
              <a:fillRect/>
            </a:stretch>
          </p:blipFill>
          <p:spPr>
            <a:xfrm rot="8851044" flipH="1">
              <a:off x="-1601951" y="1388001"/>
              <a:ext cx="3042426" cy="471679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7" name="Google Shape;327;p43"/>
            <p:cNvPicPr preferRelativeResize="0"/>
            <p:nvPr/>
          </p:nvPicPr>
          <p:blipFill>
            <a:blip r:embed="rId4" cstate="print">
              <a:alphaModFix amt="13000"/>
            </a:blip>
            <a:stretch>
              <a:fillRect/>
            </a:stretch>
          </p:blipFill>
          <p:spPr>
            <a:xfrm rot="-5400000">
              <a:off x="7611947" y="-1658325"/>
              <a:ext cx="2698976" cy="298945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8" name="Google Shape;328;p43"/>
            <p:cNvPicPr preferRelativeResize="0"/>
            <p:nvPr/>
          </p:nvPicPr>
          <p:blipFill>
            <a:blip r:embed="rId5" cstate="print">
              <a:alphaModFix amt="41000"/>
            </a:blip>
            <a:stretch>
              <a:fillRect/>
            </a:stretch>
          </p:blipFill>
          <p:spPr>
            <a:xfrm>
              <a:off x="1090275" y="95587"/>
              <a:ext cx="432124" cy="43942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9" name="Google Shape;329;p43"/>
            <p:cNvPicPr preferRelativeResize="0"/>
            <p:nvPr/>
          </p:nvPicPr>
          <p:blipFill>
            <a:blip r:embed="rId6" cstate="print">
              <a:alphaModFix amt="38000"/>
            </a:blip>
            <a:stretch>
              <a:fillRect/>
            </a:stretch>
          </p:blipFill>
          <p:spPr>
            <a:xfrm flipH="1">
              <a:off x="169348" y="471744"/>
              <a:ext cx="920927" cy="93653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30" name="Google Shape;330;p43"/>
          <p:cNvSpPr txBox="1">
            <a:spLocks noGrp="1"/>
          </p:cNvSpPr>
          <p:nvPr>
            <p:ph type="title"/>
          </p:nvPr>
        </p:nvSpPr>
        <p:spPr>
          <a:xfrm>
            <a:off x="8724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1" name="Google Shape;331;p43"/>
          <p:cNvSpPr txBox="1">
            <a:spLocks noGrp="1"/>
          </p:cNvSpPr>
          <p:nvPr>
            <p:ph type="subTitle" idx="1"/>
          </p:nvPr>
        </p:nvSpPr>
        <p:spPr>
          <a:xfrm>
            <a:off x="8724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2" name="Google Shape;332;p43"/>
          <p:cNvSpPr txBox="1">
            <a:spLocks noGrp="1"/>
          </p:cNvSpPr>
          <p:nvPr>
            <p:ph type="title" idx="2"/>
          </p:nvPr>
        </p:nvSpPr>
        <p:spPr>
          <a:xfrm>
            <a:off x="34038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3" name="Google Shape;333;p43"/>
          <p:cNvSpPr txBox="1">
            <a:spLocks noGrp="1"/>
          </p:cNvSpPr>
          <p:nvPr>
            <p:ph type="subTitle" idx="3"/>
          </p:nvPr>
        </p:nvSpPr>
        <p:spPr>
          <a:xfrm>
            <a:off x="34038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4" name="Google Shape;334;p43"/>
          <p:cNvSpPr txBox="1">
            <a:spLocks noGrp="1"/>
          </p:cNvSpPr>
          <p:nvPr>
            <p:ph type="title" idx="4"/>
          </p:nvPr>
        </p:nvSpPr>
        <p:spPr>
          <a:xfrm>
            <a:off x="5935200" y="3320062"/>
            <a:ext cx="23364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35" name="Google Shape;335;p43"/>
          <p:cNvSpPr txBox="1">
            <a:spLocks noGrp="1"/>
          </p:cNvSpPr>
          <p:nvPr>
            <p:ph type="subTitle" idx="5"/>
          </p:nvPr>
        </p:nvSpPr>
        <p:spPr>
          <a:xfrm>
            <a:off x="5935200" y="4042273"/>
            <a:ext cx="2336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36" name="Google Shape;336;p43"/>
          <p:cNvSpPr txBox="1">
            <a:spLocks noGrp="1"/>
          </p:cNvSpPr>
          <p:nvPr>
            <p:ph type="title" idx="6"/>
          </p:nvPr>
        </p:nvSpPr>
        <p:spPr>
          <a:xfrm>
            <a:off x="720000" y="5350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p4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39;p44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340" name="Google Shape;340;p44"/>
            <p:cNvPicPr preferRelativeResize="0"/>
            <p:nvPr/>
          </p:nvPicPr>
          <p:blipFill>
            <a:blip r:embed="rId3" cstate="print">
              <a:alphaModFix amt="27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41" name="Google Shape;341;p44"/>
            <p:cNvPicPr preferRelativeResize="0"/>
            <p:nvPr/>
          </p:nvPicPr>
          <p:blipFill>
            <a:blip r:embed="rId4" cstate="print">
              <a:alphaModFix amt="34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42" name="Google Shape;342;p44"/>
          <p:cNvSpPr txBox="1">
            <a:spLocks noGrp="1"/>
          </p:cNvSpPr>
          <p:nvPr>
            <p:ph type="title"/>
          </p:nvPr>
        </p:nvSpPr>
        <p:spPr>
          <a:xfrm>
            <a:off x="72792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3" name="Google Shape;343;p44"/>
          <p:cNvSpPr txBox="1">
            <a:spLocks noGrp="1"/>
          </p:cNvSpPr>
          <p:nvPr>
            <p:ph type="subTitle" idx="1"/>
          </p:nvPr>
        </p:nvSpPr>
        <p:spPr>
          <a:xfrm>
            <a:off x="82587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4" name="Google Shape;344;p44"/>
          <p:cNvSpPr txBox="1">
            <a:spLocks noGrp="1"/>
          </p:cNvSpPr>
          <p:nvPr>
            <p:ph type="title" idx="2"/>
          </p:nvPr>
        </p:nvSpPr>
        <p:spPr>
          <a:xfrm>
            <a:off x="4659975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5" name="Google Shape;345;p44"/>
          <p:cNvSpPr txBox="1">
            <a:spLocks noGrp="1"/>
          </p:cNvSpPr>
          <p:nvPr>
            <p:ph type="subTitle" idx="3"/>
          </p:nvPr>
        </p:nvSpPr>
        <p:spPr>
          <a:xfrm>
            <a:off x="4757925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6" name="Google Shape;346;p44"/>
          <p:cNvSpPr txBox="1">
            <a:spLocks noGrp="1"/>
          </p:cNvSpPr>
          <p:nvPr>
            <p:ph type="title" idx="4"/>
          </p:nvPr>
        </p:nvSpPr>
        <p:spPr>
          <a:xfrm>
            <a:off x="269395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7" name="Google Shape;347;p44"/>
          <p:cNvSpPr txBox="1">
            <a:spLocks noGrp="1"/>
          </p:cNvSpPr>
          <p:nvPr>
            <p:ph type="subTitle" idx="5"/>
          </p:nvPr>
        </p:nvSpPr>
        <p:spPr>
          <a:xfrm>
            <a:off x="279190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48" name="Google Shape;348;p44"/>
          <p:cNvSpPr txBox="1">
            <a:spLocks noGrp="1"/>
          </p:cNvSpPr>
          <p:nvPr>
            <p:ph type="title" idx="6"/>
          </p:nvPr>
        </p:nvSpPr>
        <p:spPr>
          <a:xfrm>
            <a:off x="6626000" y="2425524"/>
            <a:ext cx="17979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9" name="Google Shape;349;p44"/>
          <p:cNvSpPr txBox="1">
            <a:spLocks noGrp="1"/>
          </p:cNvSpPr>
          <p:nvPr>
            <p:ph type="subTitle" idx="7"/>
          </p:nvPr>
        </p:nvSpPr>
        <p:spPr>
          <a:xfrm>
            <a:off x="6723950" y="3148057"/>
            <a:ext cx="1602000" cy="80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0" name="Google Shape;350;p44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2" name="Google Shape;352;p4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53;p45"/>
          <p:cNvGrpSpPr/>
          <p:nvPr/>
        </p:nvGrpSpPr>
        <p:grpSpPr>
          <a:xfrm>
            <a:off x="-891002" y="-1475725"/>
            <a:ext cx="10578908" cy="2929874"/>
            <a:chOff x="-891002" y="-1228775"/>
            <a:chExt cx="10578908" cy="2929874"/>
          </a:xfrm>
        </p:grpSpPr>
        <p:pic>
          <p:nvPicPr>
            <p:cNvPr id="354" name="Google Shape;354;p4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55" name="Google Shape;355;p4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56" name="Google Shape;356;p45"/>
          <p:cNvSpPr txBox="1">
            <a:spLocks noGrp="1"/>
          </p:cNvSpPr>
          <p:nvPr>
            <p:ph type="title"/>
          </p:nvPr>
        </p:nvSpPr>
        <p:spPr>
          <a:xfrm>
            <a:off x="7200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7" name="Google Shape;357;p45"/>
          <p:cNvSpPr txBox="1">
            <a:spLocks noGrp="1"/>
          </p:cNvSpPr>
          <p:nvPr>
            <p:ph type="subTitle" idx="1"/>
          </p:nvPr>
        </p:nvSpPr>
        <p:spPr>
          <a:xfrm>
            <a:off x="7200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8" name="Google Shape;358;p45"/>
          <p:cNvSpPr txBox="1">
            <a:spLocks noGrp="1"/>
          </p:cNvSpPr>
          <p:nvPr>
            <p:ph type="title" idx="2"/>
          </p:nvPr>
        </p:nvSpPr>
        <p:spPr>
          <a:xfrm>
            <a:off x="3419269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59" name="Google Shape;359;p45"/>
          <p:cNvSpPr txBox="1">
            <a:spLocks noGrp="1"/>
          </p:cNvSpPr>
          <p:nvPr>
            <p:ph type="subTitle" idx="3"/>
          </p:nvPr>
        </p:nvSpPr>
        <p:spPr>
          <a:xfrm>
            <a:off x="3419269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0" name="Google Shape;360;p45"/>
          <p:cNvSpPr txBox="1">
            <a:spLocks noGrp="1"/>
          </p:cNvSpPr>
          <p:nvPr>
            <p:ph type="title" idx="4"/>
          </p:nvPr>
        </p:nvSpPr>
        <p:spPr>
          <a:xfrm>
            <a:off x="7200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1" name="Google Shape;361;p45"/>
          <p:cNvSpPr txBox="1">
            <a:spLocks noGrp="1"/>
          </p:cNvSpPr>
          <p:nvPr>
            <p:ph type="subTitle" idx="5"/>
          </p:nvPr>
        </p:nvSpPr>
        <p:spPr>
          <a:xfrm>
            <a:off x="7200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2" name="Google Shape;362;p45"/>
          <p:cNvSpPr txBox="1">
            <a:spLocks noGrp="1"/>
          </p:cNvSpPr>
          <p:nvPr>
            <p:ph type="title" idx="6"/>
          </p:nvPr>
        </p:nvSpPr>
        <p:spPr>
          <a:xfrm>
            <a:off x="3419269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3" name="Google Shape;363;p45"/>
          <p:cNvSpPr txBox="1">
            <a:spLocks noGrp="1"/>
          </p:cNvSpPr>
          <p:nvPr>
            <p:ph type="subTitle" idx="7"/>
          </p:nvPr>
        </p:nvSpPr>
        <p:spPr>
          <a:xfrm>
            <a:off x="3419269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 idx="8"/>
          </p:nvPr>
        </p:nvSpPr>
        <p:spPr>
          <a:xfrm>
            <a:off x="6118545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5" name="Google Shape;365;p45"/>
          <p:cNvSpPr txBox="1">
            <a:spLocks noGrp="1"/>
          </p:cNvSpPr>
          <p:nvPr>
            <p:ph type="subTitle" idx="9"/>
          </p:nvPr>
        </p:nvSpPr>
        <p:spPr>
          <a:xfrm>
            <a:off x="6118545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6" name="Google Shape;366;p45"/>
          <p:cNvSpPr txBox="1">
            <a:spLocks noGrp="1"/>
          </p:cNvSpPr>
          <p:nvPr>
            <p:ph type="title" idx="13"/>
          </p:nvPr>
        </p:nvSpPr>
        <p:spPr>
          <a:xfrm>
            <a:off x="6118545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67" name="Google Shape;367;p45"/>
          <p:cNvSpPr txBox="1">
            <a:spLocks noGrp="1"/>
          </p:cNvSpPr>
          <p:nvPr>
            <p:ph type="subTitle" idx="14"/>
          </p:nvPr>
        </p:nvSpPr>
        <p:spPr>
          <a:xfrm>
            <a:off x="6118545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68" name="Google Shape;368;p45"/>
          <p:cNvSpPr txBox="1">
            <a:spLocks noGrp="1"/>
          </p:cNvSpPr>
          <p:nvPr>
            <p:ph type="title" idx="15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1">
  <p:cSld name="Title and four columns 1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0" name="Google Shape;370;p4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71;p46"/>
          <p:cNvGrpSpPr/>
          <p:nvPr/>
        </p:nvGrpSpPr>
        <p:grpSpPr>
          <a:xfrm>
            <a:off x="-1203759" y="-1310750"/>
            <a:ext cx="10783080" cy="7374679"/>
            <a:chOff x="-1203759" y="-1063800"/>
            <a:chExt cx="10783080" cy="7374679"/>
          </a:xfrm>
        </p:grpSpPr>
        <p:pic>
          <p:nvPicPr>
            <p:cNvPr id="372" name="Google Shape;372;p4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6698098" y="-10638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73" name="Google Shape;373;p4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-467876" y="390012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74" name="Google Shape;374;p46"/>
          <p:cNvSpPr txBox="1">
            <a:spLocks noGrp="1"/>
          </p:cNvSpPr>
          <p:nvPr>
            <p:ph type="title"/>
          </p:nvPr>
        </p:nvSpPr>
        <p:spPr>
          <a:xfrm>
            <a:off x="1911900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5" name="Google Shape;375;p46"/>
          <p:cNvSpPr txBox="1">
            <a:spLocks noGrp="1"/>
          </p:cNvSpPr>
          <p:nvPr>
            <p:ph type="subTitle" idx="1"/>
          </p:nvPr>
        </p:nvSpPr>
        <p:spPr>
          <a:xfrm>
            <a:off x="1911900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6" name="Google Shape;376;p46"/>
          <p:cNvSpPr txBox="1">
            <a:spLocks noGrp="1"/>
          </p:cNvSpPr>
          <p:nvPr>
            <p:ph type="title" idx="2"/>
          </p:nvPr>
        </p:nvSpPr>
        <p:spPr>
          <a:xfrm>
            <a:off x="4926594" y="1663614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7" name="Google Shape;377;p46"/>
          <p:cNvSpPr txBox="1">
            <a:spLocks noGrp="1"/>
          </p:cNvSpPr>
          <p:nvPr>
            <p:ph type="subTitle" idx="3"/>
          </p:nvPr>
        </p:nvSpPr>
        <p:spPr>
          <a:xfrm>
            <a:off x="4926594" y="2144185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78" name="Google Shape;378;p46"/>
          <p:cNvSpPr txBox="1">
            <a:spLocks noGrp="1"/>
          </p:cNvSpPr>
          <p:nvPr>
            <p:ph type="title" idx="4"/>
          </p:nvPr>
        </p:nvSpPr>
        <p:spPr>
          <a:xfrm>
            <a:off x="1911900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79" name="Google Shape;379;p46"/>
          <p:cNvSpPr txBox="1">
            <a:spLocks noGrp="1"/>
          </p:cNvSpPr>
          <p:nvPr>
            <p:ph type="subTitle" idx="5"/>
          </p:nvPr>
        </p:nvSpPr>
        <p:spPr>
          <a:xfrm>
            <a:off x="1911900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0" name="Google Shape;380;p46"/>
          <p:cNvSpPr txBox="1">
            <a:spLocks noGrp="1"/>
          </p:cNvSpPr>
          <p:nvPr>
            <p:ph type="title" idx="6"/>
          </p:nvPr>
        </p:nvSpPr>
        <p:spPr>
          <a:xfrm>
            <a:off x="4926594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1" name="Google Shape;381;p46"/>
          <p:cNvSpPr txBox="1">
            <a:spLocks noGrp="1"/>
          </p:cNvSpPr>
          <p:nvPr>
            <p:ph type="subTitle" idx="7"/>
          </p:nvPr>
        </p:nvSpPr>
        <p:spPr>
          <a:xfrm>
            <a:off x="4926594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2" name="Google Shape;382;p46"/>
          <p:cNvSpPr txBox="1">
            <a:spLocks noGrp="1"/>
          </p:cNvSpPr>
          <p:nvPr>
            <p:ph type="title" idx="8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2">
  <p:cSld name="Title and four columns 2">
    <p:spTree>
      <p:nvGrpSpPr>
        <p:cNvPr id="1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5" name="Google Shape;385;p47"/>
          <p:cNvSpPr txBox="1">
            <a:spLocks noGrp="1"/>
          </p:cNvSpPr>
          <p:nvPr>
            <p:ph type="title" idx="2"/>
          </p:nvPr>
        </p:nvSpPr>
        <p:spPr>
          <a:xfrm>
            <a:off x="1104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6" name="Google Shape;386;p47"/>
          <p:cNvSpPr txBox="1">
            <a:spLocks noGrp="1"/>
          </p:cNvSpPr>
          <p:nvPr>
            <p:ph type="subTitle" idx="1"/>
          </p:nvPr>
        </p:nvSpPr>
        <p:spPr>
          <a:xfrm>
            <a:off x="7165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7" name="Google Shape;387;p47"/>
          <p:cNvSpPr txBox="1">
            <a:spLocks noGrp="1"/>
          </p:cNvSpPr>
          <p:nvPr>
            <p:ph type="title" idx="3"/>
          </p:nvPr>
        </p:nvSpPr>
        <p:spPr>
          <a:xfrm>
            <a:off x="5137350" y="1345700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88" name="Google Shape;388;p47"/>
          <p:cNvSpPr txBox="1">
            <a:spLocks noGrp="1"/>
          </p:cNvSpPr>
          <p:nvPr>
            <p:ph type="subTitle" idx="4"/>
          </p:nvPr>
        </p:nvSpPr>
        <p:spPr>
          <a:xfrm>
            <a:off x="4682850" y="1905550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89" name="Google Shape;389;p47"/>
          <p:cNvSpPr txBox="1">
            <a:spLocks noGrp="1"/>
          </p:cNvSpPr>
          <p:nvPr>
            <p:ph type="title" idx="5"/>
          </p:nvPr>
        </p:nvSpPr>
        <p:spPr>
          <a:xfrm>
            <a:off x="1104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0" name="Google Shape;390;p47"/>
          <p:cNvSpPr txBox="1">
            <a:spLocks noGrp="1"/>
          </p:cNvSpPr>
          <p:nvPr>
            <p:ph type="subTitle" idx="6"/>
          </p:nvPr>
        </p:nvSpPr>
        <p:spPr>
          <a:xfrm>
            <a:off x="7165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91" name="Google Shape;391;p47"/>
          <p:cNvSpPr txBox="1">
            <a:spLocks noGrp="1"/>
          </p:cNvSpPr>
          <p:nvPr>
            <p:ph type="title" idx="7"/>
          </p:nvPr>
        </p:nvSpPr>
        <p:spPr>
          <a:xfrm>
            <a:off x="5137350" y="2974525"/>
            <a:ext cx="28356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92" name="Google Shape;392;p47"/>
          <p:cNvSpPr txBox="1">
            <a:spLocks noGrp="1"/>
          </p:cNvSpPr>
          <p:nvPr>
            <p:ph type="subTitle" idx="8"/>
          </p:nvPr>
        </p:nvSpPr>
        <p:spPr>
          <a:xfrm>
            <a:off x="4682850" y="3534375"/>
            <a:ext cx="3744600" cy="97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393;p47"/>
          <p:cNvGrpSpPr/>
          <p:nvPr/>
        </p:nvGrpSpPr>
        <p:grpSpPr>
          <a:xfrm rot="10800000" flipH="1">
            <a:off x="-891002" y="-794254"/>
            <a:ext cx="10578908" cy="3143404"/>
            <a:chOff x="-891002" y="-1020125"/>
            <a:chExt cx="10578908" cy="3143404"/>
          </a:xfrm>
        </p:grpSpPr>
        <p:pic>
          <p:nvPicPr>
            <p:cNvPr id="394" name="Google Shape;394;p47"/>
            <p:cNvPicPr preferRelativeResize="0"/>
            <p:nvPr/>
          </p:nvPicPr>
          <p:blipFill>
            <a:blip r:embed="rId2" cstate="print">
              <a:alphaModFix amt="29000"/>
            </a:blip>
            <a:stretch>
              <a:fillRect/>
            </a:stretch>
          </p:blipFill>
          <p:spPr>
            <a:xfrm>
              <a:off x="-891002" y="-102012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95" name="Google Shape;395;p47"/>
            <p:cNvPicPr preferRelativeResize="0"/>
            <p:nvPr/>
          </p:nvPicPr>
          <p:blipFill>
            <a:blip r:embed="rId3" cstate="print">
              <a:alphaModFix amt="43000"/>
            </a:blip>
            <a:stretch>
              <a:fillRect/>
            </a:stretch>
          </p:blipFill>
          <p:spPr>
            <a:xfrm rot="4408896">
              <a:off x="7465724" y="-2874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Title and five columns"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7" name="Google Shape;397;p4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 flipH="1"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398;p48"/>
          <p:cNvGrpSpPr/>
          <p:nvPr/>
        </p:nvGrpSpPr>
        <p:grpSpPr>
          <a:xfrm rot="10800000" flipH="1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399" name="Google Shape;399;p48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0" name="Google Shape;400;p48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1" name="Google Shape;401;p48"/>
          <p:cNvSpPr txBox="1">
            <a:spLocks noGrp="1"/>
          </p:cNvSpPr>
          <p:nvPr>
            <p:ph type="title"/>
          </p:nvPr>
        </p:nvSpPr>
        <p:spPr>
          <a:xfrm>
            <a:off x="720000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2" name="Google Shape;402;p48"/>
          <p:cNvSpPr txBox="1">
            <a:spLocks noGrp="1"/>
          </p:cNvSpPr>
          <p:nvPr>
            <p:ph type="subTitle" idx="1"/>
          </p:nvPr>
        </p:nvSpPr>
        <p:spPr>
          <a:xfrm>
            <a:off x="720000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3" name="Google Shape;403;p48"/>
          <p:cNvSpPr txBox="1">
            <a:spLocks noGrp="1"/>
          </p:cNvSpPr>
          <p:nvPr>
            <p:ph type="title" idx="2"/>
          </p:nvPr>
        </p:nvSpPr>
        <p:spPr>
          <a:xfrm>
            <a:off x="3419269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4" name="Google Shape;404;p48"/>
          <p:cNvSpPr txBox="1">
            <a:spLocks noGrp="1"/>
          </p:cNvSpPr>
          <p:nvPr>
            <p:ph type="subTitle" idx="3"/>
          </p:nvPr>
        </p:nvSpPr>
        <p:spPr>
          <a:xfrm>
            <a:off x="3419269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5" name="Google Shape;405;p48"/>
          <p:cNvSpPr txBox="1">
            <a:spLocks noGrp="1"/>
          </p:cNvSpPr>
          <p:nvPr>
            <p:ph type="title" idx="4"/>
          </p:nvPr>
        </p:nvSpPr>
        <p:spPr>
          <a:xfrm>
            <a:off x="2069638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6" name="Google Shape;406;p48"/>
          <p:cNvSpPr txBox="1">
            <a:spLocks noGrp="1"/>
          </p:cNvSpPr>
          <p:nvPr>
            <p:ph type="subTitle" idx="5"/>
          </p:nvPr>
        </p:nvSpPr>
        <p:spPr>
          <a:xfrm>
            <a:off x="2069638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7" name="Google Shape;407;p48"/>
          <p:cNvSpPr txBox="1">
            <a:spLocks noGrp="1"/>
          </p:cNvSpPr>
          <p:nvPr>
            <p:ph type="title" idx="6"/>
          </p:nvPr>
        </p:nvSpPr>
        <p:spPr>
          <a:xfrm>
            <a:off x="4768907" y="3507753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8" name="Google Shape;408;p48"/>
          <p:cNvSpPr txBox="1">
            <a:spLocks noGrp="1"/>
          </p:cNvSpPr>
          <p:nvPr>
            <p:ph type="subTitle" idx="7"/>
          </p:nvPr>
        </p:nvSpPr>
        <p:spPr>
          <a:xfrm>
            <a:off x="4768907" y="3988186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09" name="Google Shape;409;p48"/>
          <p:cNvSpPr txBox="1">
            <a:spLocks noGrp="1"/>
          </p:cNvSpPr>
          <p:nvPr>
            <p:ph type="title" idx="8"/>
          </p:nvPr>
        </p:nvSpPr>
        <p:spPr>
          <a:xfrm>
            <a:off x="6118545" y="1762539"/>
            <a:ext cx="23055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10" name="Google Shape;410;p48"/>
          <p:cNvSpPr txBox="1">
            <a:spLocks noGrp="1"/>
          </p:cNvSpPr>
          <p:nvPr>
            <p:ph type="subTitle" idx="9"/>
          </p:nvPr>
        </p:nvSpPr>
        <p:spPr>
          <a:xfrm>
            <a:off x="6118545" y="2243110"/>
            <a:ext cx="2305500" cy="4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1" name="Google Shape;411;p48"/>
          <p:cNvSpPr txBox="1">
            <a:spLocks noGrp="1"/>
          </p:cNvSpPr>
          <p:nvPr>
            <p:ph type="title" idx="13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3" name="Google Shape;413;p4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9"/>
          <p:cNvSpPr txBox="1">
            <a:spLocks noGrp="1"/>
          </p:cNvSpPr>
          <p:nvPr>
            <p:ph type="title" hasCustomPrompt="1"/>
          </p:nvPr>
        </p:nvSpPr>
        <p:spPr>
          <a:xfrm>
            <a:off x="1312156" y="19972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5" name="Google Shape;415;p49"/>
          <p:cNvSpPr txBox="1">
            <a:spLocks noGrp="1"/>
          </p:cNvSpPr>
          <p:nvPr>
            <p:ph type="subTitle" idx="1"/>
          </p:nvPr>
        </p:nvSpPr>
        <p:spPr>
          <a:xfrm>
            <a:off x="1312225" y="4188588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6" name="Google Shape;416;p49"/>
          <p:cNvSpPr txBox="1">
            <a:spLocks noGrp="1"/>
          </p:cNvSpPr>
          <p:nvPr>
            <p:ph type="title" idx="2" hasCustomPrompt="1"/>
          </p:nvPr>
        </p:nvSpPr>
        <p:spPr>
          <a:xfrm>
            <a:off x="1312144" y="34175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7" name="Google Shape;417;p49"/>
          <p:cNvSpPr txBox="1">
            <a:spLocks noGrp="1"/>
          </p:cNvSpPr>
          <p:nvPr>
            <p:ph type="subTitle" idx="3"/>
          </p:nvPr>
        </p:nvSpPr>
        <p:spPr>
          <a:xfrm>
            <a:off x="1312175" y="12895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8" name="Google Shape;418;p49"/>
          <p:cNvSpPr txBox="1">
            <a:spLocks noGrp="1"/>
          </p:cNvSpPr>
          <p:nvPr>
            <p:ph type="title" idx="4" hasCustomPrompt="1"/>
          </p:nvPr>
        </p:nvSpPr>
        <p:spPr>
          <a:xfrm>
            <a:off x="1312181" y="576913"/>
            <a:ext cx="6561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19" name="Google Shape;419;p49"/>
          <p:cNvSpPr txBox="1">
            <a:spLocks noGrp="1"/>
          </p:cNvSpPr>
          <p:nvPr>
            <p:ph type="subTitle" idx="5"/>
          </p:nvPr>
        </p:nvSpPr>
        <p:spPr>
          <a:xfrm>
            <a:off x="1312225" y="2709813"/>
            <a:ext cx="65619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20;p49"/>
          <p:cNvGrpSpPr/>
          <p:nvPr/>
        </p:nvGrpSpPr>
        <p:grpSpPr>
          <a:xfrm>
            <a:off x="-1956832" y="-1968099"/>
            <a:ext cx="12940132" cy="7885148"/>
            <a:chOff x="-1956832" y="-1968099"/>
            <a:chExt cx="12940132" cy="7885148"/>
          </a:xfrm>
        </p:grpSpPr>
        <p:pic>
          <p:nvPicPr>
            <p:cNvPr id="421" name="Google Shape;421;p49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-1253698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2" name="Google Shape;422;p49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7260176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3">
  <p:cSld name="Numbers and text 3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4" name="Google Shape;424;p5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5" name="Google Shape;425;p50"/>
          <p:cNvSpPr txBox="1">
            <a:spLocks noGrp="1"/>
          </p:cNvSpPr>
          <p:nvPr>
            <p:ph type="title" hasCustomPrompt="1"/>
          </p:nvPr>
        </p:nvSpPr>
        <p:spPr>
          <a:xfrm>
            <a:off x="1991075" y="28280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6" name="Google Shape;426;p50"/>
          <p:cNvSpPr txBox="1">
            <a:spLocks noGrp="1"/>
          </p:cNvSpPr>
          <p:nvPr>
            <p:ph type="subTitle" idx="1"/>
          </p:nvPr>
        </p:nvSpPr>
        <p:spPr>
          <a:xfrm>
            <a:off x="1991091" y="19373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7" name="Google Shape;427;p50"/>
          <p:cNvSpPr txBox="1">
            <a:spLocks noGrp="1"/>
          </p:cNvSpPr>
          <p:nvPr>
            <p:ph type="title" idx="2" hasCustomPrompt="1"/>
          </p:nvPr>
        </p:nvSpPr>
        <p:spPr>
          <a:xfrm>
            <a:off x="1991100" y="1019650"/>
            <a:ext cx="5204100" cy="820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428" name="Google Shape;428;p50"/>
          <p:cNvSpPr txBox="1">
            <a:spLocks noGrp="1"/>
          </p:cNvSpPr>
          <p:nvPr>
            <p:ph type="subTitle" idx="3"/>
          </p:nvPr>
        </p:nvSpPr>
        <p:spPr>
          <a:xfrm>
            <a:off x="1991130" y="3745850"/>
            <a:ext cx="5204100" cy="37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pic>
        <p:nvPicPr>
          <p:cNvPr id="429" name="Google Shape;429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-1181955" flipH="1">
            <a:off x="-1253698" y="-1113975"/>
            <a:ext cx="3030302" cy="469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430" name="Google Shape;430;p50"/>
          <p:cNvPicPr preferRelativeResize="0"/>
          <p:nvPr/>
        </p:nvPicPr>
        <p:blipFill>
          <a:blip r:embed="rId3" cstate="print">
            <a:alphaModFix amt="23000"/>
          </a:blip>
          <a:stretch>
            <a:fillRect/>
          </a:stretch>
        </p:blipFill>
        <p:spPr>
          <a:xfrm rot="2567899" flipH="1">
            <a:off x="7747451" y="1912351"/>
            <a:ext cx="3030303" cy="46980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Google Shape;432;p5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33" name="Google Shape;433;p51"/>
          <p:cNvSpPr txBox="1">
            <a:spLocks noGrp="1"/>
          </p:cNvSpPr>
          <p:nvPr>
            <p:ph type="title" hasCustomPrompt="1"/>
          </p:nvPr>
        </p:nvSpPr>
        <p:spPr>
          <a:xfrm>
            <a:off x="3331628" y="1815466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4" name="Google Shape;434;p51"/>
          <p:cNvSpPr txBox="1">
            <a:spLocks noGrp="1"/>
          </p:cNvSpPr>
          <p:nvPr>
            <p:ph type="subTitle" idx="1"/>
          </p:nvPr>
        </p:nvSpPr>
        <p:spPr>
          <a:xfrm>
            <a:off x="6195725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 idx="2" hasCustomPrompt="1"/>
          </p:nvPr>
        </p:nvSpPr>
        <p:spPr>
          <a:xfrm>
            <a:off x="5948173" y="1815454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96261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title" idx="4" hasCustomPrompt="1"/>
          </p:nvPr>
        </p:nvSpPr>
        <p:spPr>
          <a:xfrm>
            <a:off x="715112" y="1844691"/>
            <a:ext cx="24807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5"/>
          </p:nvPr>
        </p:nvSpPr>
        <p:spPr>
          <a:xfrm>
            <a:off x="3579162" y="3030175"/>
            <a:ext cx="1985700" cy="52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39;p51"/>
          <p:cNvGrpSpPr/>
          <p:nvPr/>
        </p:nvGrpSpPr>
        <p:grpSpPr>
          <a:xfrm>
            <a:off x="-1923024" y="-1968099"/>
            <a:ext cx="13199162" cy="7885148"/>
            <a:chOff x="-1923024" y="-1968099"/>
            <a:chExt cx="13199162" cy="7885148"/>
          </a:xfrm>
        </p:grpSpPr>
        <p:pic>
          <p:nvPicPr>
            <p:cNvPr id="440" name="Google Shape;440;p51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7542702" y="3649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41" name="Google Shape;441;p51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2" name="Google Shape;442;p51"/>
          <p:cNvSpPr txBox="1">
            <a:spLocks noGrp="1"/>
          </p:cNvSpPr>
          <p:nvPr>
            <p:ph type="subTitle" idx="6"/>
          </p:nvPr>
        </p:nvSpPr>
        <p:spPr>
          <a:xfrm>
            <a:off x="6195725" y="3761146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7"/>
          </p:nvPr>
        </p:nvSpPr>
        <p:spPr>
          <a:xfrm>
            <a:off x="962612" y="3761145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8"/>
          </p:nvPr>
        </p:nvSpPr>
        <p:spPr>
          <a:xfrm>
            <a:off x="3579162" y="3761147"/>
            <a:ext cx="1985700" cy="70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title" idx="9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2">
  <p:cSld name="Numbers and text 2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7" name="Google Shape;447;p5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-11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48" name="Google Shape;448;p52"/>
          <p:cNvSpPr txBox="1">
            <a:spLocks noGrp="1"/>
          </p:cNvSpPr>
          <p:nvPr>
            <p:ph type="title" hasCustomPrompt="1"/>
          </p:nvPr>
        </p:nvSpPr>
        <p:spPr>
          <a:xfrm>
            <a:off x="715101" y="21450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9" name="Google Shape;449;p52"/>
          <p:cNvSpPr txBox="1">
            <a:spLocks noGrp="1"/>
          </p:cNvSpPr>
          <p:nvPr>
            <p:ph type="subTitle" idx="1"/>
          </p:nvPr>
        </p:nvSpPr>
        <p:spPr>
          <a:xfrm>
            <a:off x="4889626" y="1344850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0" name="Google Shape;450;p52"/>
          <p:cNvSpPr txBox="1">
            <a:spLocks noGrp="1"/>
          </p:cNvSpPr>
          <p:nvPr>
            <p:ph type="title" idx="2" hasCustomPrompt="1"/>
          </p:nvPr>
        </p:nvSpPr>
        <p:spPr>
          <a:xfrm>
            <a:off x="715106" y="1344838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1" name="Google Shape;451;p52"/>
          <p:cNvSpPr txBox="1">
            <a:spLocks noGrp="1"/>
          </p:cNvSpPr>
          <p:nvPr>
            <p:ph type="subTitle" idx="3"/>
          </p:nvPr>
        </p:nvSpPr>
        <p:spPr>
          <a:xfrm>
            <a:off x="4889626" y="2145009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52;p52"/>
          <p:cNvGrpSpPr/>
          <p:nvPr/>
        </p:nvGrpSpPr>
        <p:grpSpPr>
          <a:xfrm rot="10800000">
            <a:off x="-2743074" y="-793849"/>
            <a:ext cx="13820262" cy="7885148"/>
            <a:chOff x="-1923024" y="-1968099"/>
            <a:chExt cx="13820262" cy="7885148"/>
          </a:xfrm>
        </p:grpSpPr>
        <p:pic>
          <p:nvPicPr>
            <p:cNvPr id="453" name="Google Shape;453;p52"/>
            <p:cNvPicPr preferRelativeResize="0"/>
            <p:nvPr/>
          </p:nvPicPr>
          <p:blipFill>
            <a:blip r:embed="rId3" cstate="print">
              <a:alphaModFix amt="23000"/>
            </a:blip>
            <a:stretch>
              <a:fillRect/>
            </a:stretch>
          </p:blipFill>
          <p:spPr>
            <a:xfrm rot="-9618045">
              <a:off x="8163802" y="515323"/>
              <a:ext cx="3030302" cy="469800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54" name="Google Shape;454;p52"/>
            <p:cNvPicPr preferRelativeResize="0"/>
            <p:nvPr/>
          </p:nvPicPr>
          <p:blipFill>
            <a:blip r:embed="rId4" cstate="print">
              <a:alphaModFix amt="29000"/>
            </a:blip>
            <a:stretch>
              <a:fillRect/>
            </a:stretch>
          </p:blipFill>
          <p:spPr>
            <a:xfrm>
              <a:off x="-1923024" y="-1968099"/>
              <a:ext cx="3723124" cy="788514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5" name="Google Shape;455;p52"/>
          <p:cNvSpPr txBox="1">
            <a:spLocks noGrp="1"/>
          </p:cNvSpPr>
          <p:nvPr>
            <p:ph type="subTitle" idx="4"/>
          </p:nvPr>
        </p:nvSpPr>
        <p:spPr>
          <a:xfrm>
            <a:off x="6515000" y="1344838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6" name="Google Shape;456;p52"/>
          <p:cNvSpPr txBox="1">
            <a:spLocks noGrp="1"/>
          </p:cNvSpPr>
          <p:nvPr>
            <p:ph type="subTitle" idx="5"/>
          </p:nvPr>
        </p:nvSpPr>
        <p:spPr>
          <a:xfrm>
            <a:off x="6515000" y="21450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57" name="Google Shape;457;p52"/>
          <p:cNvSpPr txBox="1">
            <a:spLocks noGrp="1"/>
          </p:cNvSpPr>
          <p:nvPr>
            <p:ph type="title" idx="6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58" name="Google Shape;458;p52"/>
          <p:cNvSpPr txBox="1">
            <a:spLocks noGrp="1"/>
          </p:cNvSpPr>
          <p:nvPr>
            <p:ph type="title" idx="7" hasCustomPrompt="1"/>
          </p:nvPr>
        </p:nvSpPr>
        <p:spPr>
          <a:xfrm>
            <a:off x="715101" y="294515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59" name="Google Shape;459;p52"/>
          <p:cNvSpPr txBox="1">
            <a:spLocks noGrp="1"/>
          </p:cNvSpPr>
          <p:nvPr>
            <p:ph type="subTitle" idx="8"/>
          </p:nvPr>
        </p:nvSpPr>
        <p:spPr>
          <a:xfrm>
            <a:off x="4889626" y="2945155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0" name="Google Shape;460;p52"/>
          <p:cNvSpPr txBox="1">
            <a:spLocks noGrp="1"/>
          </p:cNvSpPr>
          <p:nvPr>
            <p:ph type="subTitle" idx="9"/>
          </p:nvPr>
        </p:nvSpPr>
        <p:spPr>
          <a:xfrm>
            <a:off x="6515000" y="294515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1" name="Google Shape;461;p52"/>
          <p:cNvSpPr txBox="1">
            <a:spLocks noGrp="1"/>
          </p:cNvSpPr>
          <p:nvPr>
            <p:ph type="title" idx="13" hasCustomPrompt="1"/>
          </p:nvPr>
        </p:nvSpPr>
        <p:spPr>
          <a:xfrm>
            <a:off x="715101" y="3745300"/>
            <a:ext cx="1293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62" name="Google Shape;462;p52"/>
          <p:cNvSpPr txBox="1">
            <a:spLocks noGrp="1"/>
          </p:cNvSpPr>
          <p:nvPr>
            <p:ph type="subTitle" idx="14"/>
          </p:nvPr>
        </p:nvSpPr>
        <p:spPr>
          <a:xfrm>
            <a:off x="4889626" y="3745301"/>
            <a:ext cx="16254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3" name="Google Shape;463;p52"/>
          <p:cNvSpPr txBox="1">
            <a:spLocks noGrp="1"/>
          </p:cNvSpPr>
          <p:nvPr>
            <p:ph type="subTitle" idx="15"/>
          </p:nvPr>
        </p:nvSpPr>
        <p:spPr>
          <a:xfrm>
            <a:off x="6515000" y="3745300"/>
            <a:ext cx="1908900" cy="61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 3">
  <p:cSld name="Title and four columns 3"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53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500"/>
              <a:buFont typeface="Josefin Sans"/>
              <a:buNone/>
              <a:defRPr>
                <a:latin typeface="Josefin Sans"/>
                <a:ea typeface="Josefin Sans"/>
                <a:cs typeface="Josefin Sans"/>
                <a:sym typeface="Josefin Sans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6" name="Google Shape;466;p53"/>
          <p:cNvSpPr txBox="1">
            <a:spLocks noGrp="1"/>
          </p:cNvSpPr>
          <p:nvPr>
            <p:ph type="title" idx="2"/>
          </p:nvPr>
        </p:nvSpPr>
        <p:spPr>
          <a:xfrm>
            <a:off x="883625" y="148907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7" name="Google Shape;467;p53"/>
          <p:cNvSpPr txBox="1">
            <a:spLocks noGrp="1"/>
          </p:cNvSpPr>
          <p:nvPr>
            <p:ph type="subTitle" idx="1"/>
          </p:nvPr>
        </p:nvSpPr>
        <p:spPr>
          <a:xfrm>
            <a:off x="3080450" y="148907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68" name="Google Shape;468;p53"/>
          <p:cNvSpPr txBox="1">
            <a:spLocks noGrp="1"/>
          </p:cNvSpPr>
          <p:nvPr>
            <p:ph type="title" idx="3"/>
          </p:nvPr>
        </p:nvSpPr>
        <p:spPr>
          <a:xfrm>
            <a:off x="883625" y="230790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9" name="Google Shape;469;p53"/>
          <p:cNvSpPr txBox="1">
            <a:spLocks noGrp="1"/>
          </p:cNvSpPr>
          <p:nvPr>
            <p:ph type="subTitle" idx="4"/>
          </p:nvPr>
        </p:nvSpPr>
        <p:spPr>
          <a:xfrm>
            <a:off x="3080450" y="230790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0" name="Google Shape;470;p53"/>
          <p:cNvSpPr txBox="1">
            <a:spLocks noGrp="1"/>
          </p:cNvSpPr>
          <p:nvPr>
            <p:ph type="title" idx="5"/>
          </p:nvPr>
        </p:nvSpPr>
        <p:spPr>
          <a:xfrm>
            <a:off x="883625" y="3126725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1" name="Google Shape;471;p53"/>
          <p:cNvSpPr txBox="1">
            <a:spLocks noGrp="1"/>
          </p:cNvSpPr>
          <p:nvPr>
            <p:ph type="subTitle" idx="6"/>
          </p:nvPr>
        </p:nvSpPr>
        <p:spPr>
          <a:xfrm>
            <a:off x="3080450" y="3126725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2" name="Google Shape;472;p53"/>
          <p:cNvSpPr txBox="1">
            <a:spLocks noGrp="1"/>
          </p:cNvSpPr>
          <p:nvPr>
            <p:ph type="title" idx="7"/>
          </p:nvPr>
        </p:nvSpPr>
        <p:spPr>
          <a:xfrm>
            <a:off x="883625" y="3945550"/>
            <a:ext cx="17064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3" name="Google Shape;473;p53"/>
          <p:cNvSpPr txBox="1">
            <a:spLocks noGrp="1"/>
          </p:cNvSpPr>
          <p:nvPr>
            <p:ph type="subTitle" idx="8"/>
          </p:nvPr>
        </p:nvSpPr>
        <p:spPr>
          <a:xfrm>
            <a:off x="3080450" y="3945550"/>
            <a:ext cx="3782700" cy="52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8">
  <p:cSld name="Title and text 8">
    <p:spTree>
      <p:nvGrpSpPr>
        <p:cNvPr id="1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5" name="Google Shape;475;p54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6" name="Google Shape;476;p54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>
            <a:off x="0" y="202705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77" name="Google Shape;477;p54"/>
          <p:cNvSpPr txBox="1">
            <a:spLocks noGrp="1"/>
          </p:cNvSpPr>
          <p:nvPr>
            <p:ph type="title"/>
          </p:nvPr>
        </p:nvSpPr>
        <p:spPr>
          <a:xfrm flipH="1">
            <a:off x="2476075" y="1588775"/>
            <a:ext cx="42912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78" name="Google Shape;478;p54"/>
          <p:cNvSpPr txBox="1">
            <a:spLocks noGrp="1"/>
          </p:cNvSpPr>
          <p:nvPr>
            <p:ph type="subTitle" idx="1"/>
          </p:nvPr>
        </p:nvSpPr>
        <p:spPr>
          <a:xfrm flipH="1">
            <a:off x="2476075" y="2968230"/>
            <a:ext cx="42912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9">
  <p:cSld name="Title and text 9"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0" name="Google Shape;480;p55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55"/>
          <p:cNvSpPr txBox="1">
            <a:spLocks noGrp="1"/>
          </p:cNvSpPr>
          <p:nvPr>
            <p:ph type="title"/>
          </p:nvPr>
        </p:nvSpPr>
        <p:spPr>
          <a:xfrm flipH="1">
            <a:off x="4320775" y="1588775"/>
            <a:ext cx="4110000" cy="114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2" name="Google Shape;482;p55"/>
          <p:cNvSpPr txBox="1">
            <a:spLocks noGrp="1"/>
          </p:cNvSpPr>
          <p:nvPr>
            <p:ph type="subTitle" idx="1"/>
          </p:nvPr>
        </p:nvSpPr>
        <p:spPr>
          <a:xfrm flipH="1">
            <a:off x="4320775" y="2968225"/>
            <a:ext cx="4110000" cy="58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83;p55"/>
          <p:cNvGrpSpPr/>
          <p:nvPr/>
        </p:nvGrpSpPr>
        <p:grpSpPr>
          <a:xfrm rot="10800000" flipH="1">
            <a:off x="-616659" y="-488554"/>
            <a:ext cx="10865580" cy="6700154"/>
            <a:chOff x="-713684" y="-2669900"/>
            <a:chExt cx="10865580" cy="6700154"/>
          </a:xfrm>
        </p:grpSpPr>
        <p:pic>
          <p:nvPicPr>
            <p:cNvPr id="484" name="Google Shape;484;p55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7270673" y="-2669900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85" name="Google Shape;485;p55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22199" y="1619500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0">
  <p:cSld name="Title and text 10"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7" name="Google Shape;487;p56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2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488" name="Google Shape;488;p56"/>
          <p:cNvSpPr txBox="1">
            <a:spLocks noGrp="1"/>
          </p:cNvSpPr>
          <p:nvPr>
            <p:ph type="title"/>
          </p:nvPr>
        </p:nvSpPr>
        <p:spPr>
          <a:xfrm>
            <a:off x="4408076" y="1740900"/>
            <a:ext cx="28611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89" name="Google Shape;489;p56"/>
          <p:cNvSpPr txBox="1">
            <a:spLocks noGrp="1"/>
          </p:cNvSpPr>
          <p:nvPr>
            <p:ph type="subTitle" idx="1"/>
          </p:nvPr>
        </p:nvSpPr>
        <p:spPr>
          <a:xfrm>
            <a:off x="4408076" y="2313597"/>
            <a:ext cx="2861100" cy="108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grpSp>
        <p:nvGrpSpPr>
          <p:cNvPr id="2" name="Google Shape;490;p56"/>
          <p:cNvGrpSpPr/>
          <p:nvPr/>
        </p:nvGrpSpPr>
        <p:grpSpPr>
          <a:xfrm rot="10800000">
            <a:off x="-891002" y="3689351"/>
            <a:ext cx="10578908" cy="2929874"/>
            <a:chOff x="-891002" y="-1228775"/>
            <a:chExt cx="10578908" cy="2929874"/>
          </a:xfrm>
        </p:grpSpPr>
        <p:pic>
          <p:nvPicPr>
            <p:cNvPr id="491" name="Google Shape;491;p56"/>
            <p:cNvPicPr preferRelativeResize="0"/>
            <p:nvPr/>
          </p:nvPicPr>
          <p:blipFill>
            <a:blip r:embed="rId3" cstate="print">
              <a:alphaModFix amt="29000"/>
            </a:blip>
            <a:stretch>
              <a:fillRect/>
            </a:stretch>
          </p:blipFill>
          <p:spPr>
            <a:xfrm>
              <a:off x="-891002" y="-1228775"/>
              <a:ext cx="2881223" cy="29298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92" name="Google Shape;492;p56"/>
            <p:cNvPicPr preferRelativeResize="0"/>
            <p:nvPr/>
          </p:nvPicPr>
          <p:blipFill>
            <a:blip r:embed="rId4" cstate="print">
              <a:alphaModFix amt="43000"/>
            </a:blip>
            <a:stretch>
              <a:fillRect/>
            </a:stretch>
          </p:blipFill>
          <p:spPr>
            <a:xfrm rot="4408896">
              <a:off x="7465724" y="-1122075"/>
              <a:ext cx="1486300" cy="2644623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5">
  <p:cSld name="Title and text 5"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4" name="Google Shape;494;p57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 rot="10800000">
            <a:off x="3" y="6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57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flipH="1">
            <a:off x="0" y="0"/>
            <a:ext cx="9144003" cy="3116462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57"/>
          <p:cNvSpPr txBox="1">
            <a:spLocks noGrp="1"/>
          </p:cNvSpPr>
          <p:nvPr>
            <p:ph type="subTitle" idx="1"/>
          </p:nvPr>
        </p:nvSpPr>
        <p:spPr>
          <a:xfrm>
            <a:off x="2478875" y="3859275"/>
            <a:ext cx="4186200" cy="74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400"/>
              <a:buFont typeface="Anaheim"/>
              <a:buChar char="○"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97" name="Google Shape;497;p57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9" name="Google Shape;499;p58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58"/>
          <p:cNvPicPr preferRelativeResize="0"/>
          <p:nvPr/>
        </p:nvPicPr>
        <p:blipFill>
          <a:blip r:embed="rId3" cstate="print">
            <a:alphaModFix amt="30000"/>
          </a:blip>
          <a:stretch>
            <a:fillRect/>
          </a:stretch>
        </p:blipFill>
        <p:spPr>
          <a:xfrm flipH="1">
            <a:off x="-2015" y="-955475"/>
            <a:ext cx="9144003" cy="6098975"/>
          </a:xfrm>
          <a:prstGeom prst="rect">
            <a:avLst/>
          </a:prstGeom>
          <a:noFill/>
          <a:ln>
            <a:noFill/>
          </a:ln>
        </p:spPr>
      </p:pic>
      <p:sp>
        <p:nvSpPr>
          <p:cNvPr id="501" name="Google Shape;501;p58"/>
          <p:cNvSpPr txBox="1">
            <a:spLocks noGrp="1"/>
          </p:cNvSpPr>
          <p:nvPr>
            <p:ph type="ctrTitle"/>
          </p:nvPr>
        </p:nvSpPr>
        <p:spPr>
          <a:xfrm>
            <a:off x="2429950" y="418979"/>
            <a:ext cx="4284000" cy="997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02" name="Google Shape;502;p58"/>
          <p:cNvSpPr txBox="1">
            <a:spLocks noGrp="1"/>
          </p:cNvSpPr>
          <p:nvPr>
            <p:ph type="subTitle" idx="1"/>
          </p:nvPr>
        </p:nvSpPr>
        <p:spPr>
          <a:xfrm>
            <a:off x="2425075" y="1659495"/>
            <a:ext cx="4293900" cy="12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03" name="Google Shape;503;p58"/>
          <p:cNvSpPr txBox="1"/>
          <p:nvPr/>
        </p:nvSpPr>
        <p:spPr>
          <a:xfrm>
            <a:off x="2825850" y="3686879"/>
            <a:ext cx="34923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CREDITS: This presentation template was created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, including icons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</a:t>
            </a:r>
            <a:r>
              <a:rPr lang="en" sz="1200">
                <a:solidFill>
                  <a:schemeClr val="dk1"/>
                </a:solidFill>
                <a:highlight>
                  <a:srgbClr val="DFDEFC"/>
                </a:highlight>
                <a:latin typeface="Quicksand"/>
                <a:ea typeface="Quicksand"/>
                <a:cs typeface="Quicksand"/>
                <a:sym typeface="Quicksand"/>
              </a:rPr>
              <a:t>and</a:t>
            </a:r>
            <a:r>
              <a:rPr lang="en" sz="12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infographics &amp; images by </a:t>
            </a:r>
            <a:r>
              <a:rPr lang="en" sz="1200">
                <a:solidFill>
                  <a:schemeClr val="dk1"/>
                </a:solidFill>
                <a:uFill>
                  <a:noFill/>
                </a:uFill>
                <a:latin typeface="Quicksand"/>
                <a:ea typeface="Quicksand"/>
                <a:cs typeface="Quicksand"/>
                <a:sym typeface="Quicksand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highlight>
                <a:srgbClr val="DFDEFC"/>
              </a:highlight>
              <a:latin typeface="Quicksand"/>
              <a:ea typeface="Quicksand"/>
              <a:cs typeface="Quicksand"/>
              <a:sym typeface="Quicksand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5" name="Google Shape;505;p59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7" name="Google Shape;507;p60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08;p60"/>
          <p:cNvGrpSpPr/>
          <p:nvPr/>
        </p:nvGrpSpPr>
        <p:grpSpPr>
          <a:xfrm rot="10800000" flipH="1">
            <a:off x="-1846500" y="-1386399"/>
            <a:ext cx="11304528" cy="8107960"/>
            <a:chOff x="-1846500" y="-1386399"/>
            <a:chExt cx="11304528" cy="8107960"/>
          </a:xfrm>
        </p:grpSpPr>
        <p:pic>
          <p:nvPicPr>
            <p:cNvPr id="509" name="Google Shape;509;p60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>
              <a:off x="6686275" y="-1386399"/>
              <a:ext cx="2771753" cy="273657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0" name="Google Shape;510;p60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5203858">
              <a:off x="-1631029" y="3518279"/>
              <a:ext cx="2980001" cy="3246294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2">
  <p:cSld name="Background 2">
    <p:bg>
      <p:bgPr>
        <a:solidFill>
          <a:schemeClr val="accent1"/>
        </a:solidFill>
        <a:effectLst/>
      </p:bgPr>
    </p:bg>
    <p:spTree>
      <p:nvGrpSpPr>
        <p:cNvPr id="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" name="Google Shape;512;p61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3" name="Google Shape;513;p61"/>
          <p:cNvPicPr preferRelativeResize="0"/>
          <p:nvPr/>
        </p:nvPicPr>
        <p:blipFill>
          <a:blip r:embed="rId3" cstate="print">
            <a:alphaModFix amt="16000"/>
          </a:blip>
          <a:stretch>
            <a:fillRect/>
          </a:stretch>
        </p:blipFill>
        <p:spPr>
          <a:xfrm rot="10800000" flipH="1">
            <a:off x="0" y="2027045"/>
            <a:ext cx="9144003" cy="31164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Background 3">
    <p:bg>
      <p:bgPr>
        <a:solidFill>
          <a:schemeClr val="lt2"/>
        </a:solidFill>
        <a:effectLst/>
      </p:bgPr>
    </p:bg>
    <p:spTree>
      <p:nvGrpSpPr>
        <p:cNvPr id="1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5" name="Google Shape;515;p62"/>
          <p:cNvPicPr preferRelativeResize="0"/>
          <p:nvPr/>
        </p:nvPicPr>
        <p:blipFill>
          <a:blip r:embed="rId2" cstate="print">
            <a:alphaModFix amt="57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" name="Google Shape;516;p62"/>
          <p:cNvGrpSpPr/>
          <p:nvPr/>
        </p:nvGrpSpPr>
        <p:grpSpPr>
          <a:xfrm>
            <a:off x="-1078051" y="-828301"/>
            <a:ext cx="10800649" cy="6495486"/>
            <a:chOff x="-1078051" y="-828301"/>
            <a:chExt cx="10800649" cy="6495486"/>
          </a:xfrm>
        </p:grpSpPr>
        <p:pic>
          <p:nvPicPr>
            <p:cNvPr id="517" name="Google Shape;517;p62"/>
            <p:cNvPicPr preferRelativeResize="0"/>
            <p:nvPr/>
          </p:nvPicPr>
          <p:blipFill>
            <a:blip r:embed="rId3" cstate="print">
              <a:alphaModFix amt="35000"/>
            </a:blip>
            <a:stretch>
              <a:fillRect/>
            </a:stretch>
          </p:blipFill>
          <p:spPr>
            <a:xfrm rot="4499998">
              <a:off x="517536" y="-1566832"/>
              <a:ext cx="2446178" cy="518076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518" name="Google Shape;518;p62"/>
            <p:cNvPicPr preferRelativeResize="0"/>
            <p:nvPr/>
          </p:nvPicPr>
          <p:blipFill>
            <a:blip r:embed="rId4" cstate="print">
              <a:alphaModFix amt="38000"/>
            </a:blip>
            <a:stretch>
              <a:fillRect/>
            </a:stretch>
          </p:blipFill>
          <p:spPr>
            <a:xfrm rot="4932521">
              <a:off x="7662897" y="3595450"/>
              <a:ext cx="1859885" cy="202608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65"/>
          <p:cNvSpPr txBox="1">
            <a:spLocks noGrp="1"/>
          </p:cNvSpPr>
          <p:nvPr>
            <p:ph type="title"/>
          </p:nvPr>
        </p:nvSpPr>
        <p:spPr>
          <a:xfrm>
            <a:off x="716775" y="510900"/>
            <a:ext cx="7710600" cy="4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gradFill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63A74B8-EF64-4578-9A72-98E8B3A3A10E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3F1FC"/>
              </a:gs>
              <a:gs pos="74000">
                <a:srgbClr val="BFCBD9"/>
              </a:gs>
              <a:gs pos="83000">
                <a:srgbClr val="BFCBD9"/>
              </a:gs>
              <a:gs pos="100000">
                <a:srgbClr val="BFCBD9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003261B-DE37-4912-AF5A-8E51A0F03535}"/>
              </a:ext>
            </a:extLst>
          </p:cNvPr>
          <p:cNvSpPr/>
          <p:nvPr/>
        </p:nvSpPr>
        <p:spPr>
          <a:xfrm>
            <a:off x="1304925" y="1085851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3EA7C3A-9E97-4FD9-9258-90A2A701B48E}"/>
              </a:ext>
            </a:extLst>
          </p:cNvPr>
          <p:cNvSpPr/>
          <p:nvPr/>
        </p:nvSpPr>
        <p:spPr>
          <a:xfrm>
            <a:off x="549276" y="549276"/>
            <a:ext cx="8045448" cy="4040188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FBDF1A8A-E8B1-4F56-8E05-BF95BE98DE5B}"/>
              </a:ext>
            </a:extLst>
          </p:cNvPr>
          <p:cNvSpPr/>
          <p:nvPr/>
        </p:nvSpPr>
        <p:spPr>
          <a:xfrm>
            <a:off x="549276" y="549274"/>
            <a:ext cx="8045448" cy="2022476"/>
          </a:xfrm>
          <a:custGeom>
            <a:avLst/>
            <a:gdLst>
              <a:gd name="connsiteX0" fmla="*/ 95348 w 10727264"/>
              <a:gd name="connsiteY0" fmla="*/ 0 h 2696634"/>
              <a:gd name="connsiteX1" fmla="*/ 10631916 w 10727264"/>
              <a:gd name="connsiteY1" fmla="*/ 0 h 2696634"/>
              <a:gd name="connsiteX2" fmla="*/ 10727264 w 10727264"/>
              <a:gd name="connsiteY2" fmla="*/ 95348 h 2696634"/>
              <a:gd name="connsiteX3" fmla="*/ 10727264 w 10727264"/>
              <a:gd name="connsiteY3" fmla="*/ 2696634 h 2696634"/>
              <a:gd name="connsiteX4" fmla="*/ 0 w 10727264"/>
              <a:gd name="connsiteY4" fmla="*/ 2696634 h 2696634"/>
              <a:gd name="connsiteX5" fmla="*/ 0 w 10727264"/>
              <a:gd name="connsiteY5" fmla="*/ 95348 h 2696634"/>
              <a:gd name="connsiteX6" fmla="*/ 95348 w 10727264"/>
              <a:gd name="connsiteY6" fmla="*/ 0 h 26966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0727264" h="2696634">
                <a:moveTo>
                  <a:pt x="95348" y="0"/>
                </a:moveTo>
                <a:lnTo>
                  <a:pt x="10631916" y="0"/>
                </a:lnTo>
                <a:cubicBezTo>
                  <a:pt x="10684575" y="0"/>
                  <a:pt x="10727264" y="42689"/>
                  <a:pt x="10727264" y="95348"/>
                </a:cubicBezTo>
                <a:lnTo>
                  <a:pt x="10727264" y="2696634"/>
                </a:lnTo>
                <a:lnTo>
                  <a:pt x="0" y="2696634"/>
                </a:lnTo>
                <a:lnTo>
                  <a:pt x="0" y="95348"/>
                </a:lnTo>
                <a:cubicBezTo>
                  <a:pt x="0" y="42689"/>
                  <a:pt x="42689" y="0"/>
                  <a:pt x="9534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665162"/>
            <a:ext cx="6858000" cy="1790700"/>
          </a:xfrm>
        </p:spPr>
        <p:txBody>
          <a:bodyPr anchor="b"/>
          <a:lstStyle>
            <a:lvl1pPr algn="ctr">
              <a:defRPr sz="6000" b="1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871544"/>
            <a:ext cx="6858000" cy="5319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700" cap="all" baseline="0">
                <a:solidFill>
                  <a:srgbClr val="4C8BFD"/>
                </a:solidFill>
              </a:defRPr>
            </a:lvl1pPr>
            <a:lvl2pPr marL="457189" indent="0" algn="ctr">
              <a:buNone/>
              <a:defRPr sz="2000"/>
            </a:lvl2pPr>
            <a:lvl3pPr marL="914378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2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D686E"/>
                </a:solidFill>
              </a:defRPr>
            </a:lvl1pPr>
          </a:lstStyle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429250" y="4834955"/>
            <a:ext cx="3086100" cy="274637"/>
          </a:xfrm>
        </p:spPr>
        <p:txBody>
          <a:bodyPr/>
          <a:lstStyle>
            <a:lvl1pPr algn="r">
              <a:defRPr>
                <a:solidFill>
                  <a:srgbClr val="5D686E"/>
                </a:solidFill>
              </a:defRPr>
            </a:lvl1pPr>
          </a:lstStyle>
          <a:p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872500345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32617-F728-4345-9B63-C0B5F79DAA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FF96419-4C10-4573-9A34-A9E44962C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1271FF-57D3-46C2-B896-B112906AEF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73037F-AC0A-45F2-9BE0-E2564EE61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67351E8-B1DF-47F2-BEAE-438019E48A7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28650" y="1533526"/>
            <a:ext cx="7886700" cy="3246119"/>
          </a:xfrm>
          <a:prstGeom prst="rect">
            <a:avLst/>
          </a:prstGeom>
        </p:spPr>
        <p:txBody>
          <a:bodyPr/>
          <a:lstStyle>
            <a:lvl1pPr>
              <a:spcAft>
                <a:spcPts val="900"/>
              </a:spcAft>
              <a:defRPr/>
            </a:lvl1pPr>
            <a:lvl2pPr>
              <a:spcAft>
                <a:spcPts val="900"/>
              </a:spcAft>
              <a:defRPr/>
            </a:lvl2pPr>
            <a:lvl3pPr>
              <a:spcAft>
                <a:spcPts val="900"/>
              </a:spcAft>
              <a:defRPr/>
            </a:lvl3pPr>
            <a:lvl4pPr>
              <a:spcAft>
                <a:spcPts val="900"/>
              </a:spcAft>
              <a:defRPr/>
            </a:lvl4pPr>
            <a:lvl5pPr>
              <a:spcAft>
                <a:spcPts val="900"/>
              </a:spcAft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66170967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702"/>
            <a:ext cx="7886700" cy="2139950"/>
          </a:xfrm>
        </p:spPr>
        <p:txBody>
          <a:bodyPr anchor="b"/>
          <a:lstStyle>
            <a:lvl1pPr>
              <a:defRPr sz="6000">
                <a:solidFill>
                  <a:srgbClr val="5D686E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1702"/>
            <a:ext cx="7886700" cy="11255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ctr">
              <a:defRPr/>
            </a:lvl1pPr>
          </a:lstStyle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0820037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70014"/>
            <a:ext cx="3867150" cy="326231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82431473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274640"/>
            <a:ext cx="7886700" cy="9937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9" y="1260475"/>
            <a:ext cx="3868737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9" y="1879600"/>
            <a:ext cx="3868737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475"/>
            <a:ext cx="3887788" cy="619125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9600"/>
            <a:ext cx="3887788" cy="27622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26791504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938581327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3911485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51344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40" y="342900"/>
            <a:ext cx="2949575" cy="120015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741365"/>
            <a:ext cx="4629150" cy="36544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40" y="1543051"/>
            <a:ext cx="2949575" cy="28590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189" indent="0">
              <a:buNone/>
              <a:defRPr sz="1400"/>
            </a:lvl2pPr>
            <a:lvl3pPr marL="914378" indent="0">
              <a:buNone/>
              <a:defRPr sz="1200"/>
            </a:lvl3pPr>
            <a:lvl4pPr marL="1371566" indent="0">
              <a:buNone/>
              <a:defRPr sz="1000"/>
            </a:lvl4pPr>
            <a:lvl5pPr marL="1828754" indent="0">
              <a:buNone/>
              <a:defRPr sz="1000"/>
            </a:lvl5pPr>
            <a:lvl6pPr marL="2285943" indent="0">
              <a:buNone/>
              <a:defRPr sz="1000"/>
            </a:lvl6pPr>
            <a:lvl7pPr marL="2743132" indent="0">
              <a:buNone/>
              <a:defRPr sz="1000"/>
            </a:lvl7pPr>
            <a:lvl8pPr marL="3200320" indent="0">
              <a:buNone/>
              <a:defRPr sz="1000"/>
            </a:lvl8pPr>
            <a:lvl9pPr marL="3657509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741658896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1432561"/>
            <a:ext cx="7886700" cy="329228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408548315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6" y="274640"/>
            <a:ext cx="1971675" cy="43576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2" y="274640"/>
            <a:ext cx="5762625" cy="435768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 algn="r">
              <a:defRPr/>
            </a:lvl1pPr>
          </a:lstStyle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  <p:extLst>
      <p:ext uri="{BB962C8B-B14F-4D97-AF65-F5344CB8AC3E}">
        <p14:creationId xmlns:p14="http://schemas.microsoft.com/office/powerpoint/2010/main" val="531009821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igned by PresentationGo">
    <p:bg>
      <p:bgPr>
        <a:gradFill>
          <a:gsLst>
            <a:gs pos="0">
              <a:srgbClr val="323A45"/>
            </a:gs>
            <a:gs pos="35000">
              <a:srgbClr val="323A45"/>
            </a:gs>
            <a:gs pos="100000">
              <a:srgbClr val="1C2026"/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0" y="2364718"/>
            <a:ext cx="9144000" cy="41406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www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A5CD0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PresentationGO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5">
            <a:hlinkClick r:id="rId2"/>
          </p:cNvPr>
          <p:cNvSpPr/>
          <p:nvPr userDrawn="1"/>
        </p:nvSpPr>
        <p:spPr>
          <a:xfrm>
            <a:off x="2048935" y="2303794"/>
            <a:ext cx="5046133" cy="53591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/>
          <p:cNvSpPr txBox="1"/>
          <p:nvPr userDrawn="1"/>
        </p:nvSpPr>
        <p:spPr>
          <a:xfrm>
            <a:off x="2747216" y="4591049"/>
            <a:ext cx="3649589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dirty="0">
                <a:solidFill>
                  <a:srgbClr val="A5CD00"/>
                </a:solidFill>
              </a:rPr>
              <a:t>T</a:t>
            </a:r>
            <a:r>
              <a:rPr lang="en-US" baseline="0" dirty="0">
                <a:solidFill>
                  <a:srgbClr val="A5CD00"/>
                </a:solidFill>
              </a:rPr>
              <a:t>he </a:t>
            </a:r>
            <a:r>
              <a:rPr lang="en-US" baseline="0">
                <a:solidFill>
                  <a:srgbClr val="A5CD00"/>
                </a:solidFill>
              </a:rPr>
              <a:t>free PowerPoint template </a:t>
            </a:r>
            <a:r>
              <a:rPr lang="en-US" baseline="0" dirty="0">
                <a:solidFill>
                  <a:srgbClr val="A5CD00"/>
                </a:solidFill>
              </a:rPr>
              <a:t>library</a:t>
            </a:r>
            <a:endParaRPr lang="en-US" dirty="0">
              <a:solidFill>
                <a:srgbClr val="A5CD00"/>
              </a:solidFill>
            </a:endParaRPr>
          </a:p>
        </p:txBody>
      </p:sp>
      <p:sp>
        <p:nvSpPr>
          <p:cNvPr id="8" name="TextBox 7"/>
          <p:cNvSpPr txBox="1"/>
          <p:nvPr userDrawn="1"/>
        </p:nvSpPr>
        <p:spPr>
          <a:xfrm>
            <a:off x="3459936" y="1974850"/>
            <a:ext cx="2224134" cy="3693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ffectLst/>
              </a:rPr>
              <a:t>Designed</a:t>
            </a:r>
            <a:r>
              <a:rPr lang="en-US" baseline="0">
                <a:solidFill>
                  <a:schemeClr val="bg1"/>
                </a:solidFill>
                <a:effectLst/>
              </a:rPr>
              <a:t> with         by</a:t>
            </a:r>
            <a:endParaRPr lang="en-US" dirty="0">
              <a:solidFill>
                <a:schemeClr val="bg1"/>
              </a:solidFill>
              <a:effectLst/>
            </a:endParaRPr>
          </a:p>
        </p:txBody>
      </p:sp>
      <p:sp>
        <p:nvSpPr>
          <p:cNvPr id="9" name="Freeform 290"/>
          <p:cNvSpPr/>
          <p:nvPr userDrawn="1"/>
        </p:nvSpPr>
        <p:spPr>
          <a:xfrm>
            <a:off x="4977441" y="2029355"/>
            <a:ext cx="261456" cy="167993"/>
          </a:xfrm>
          <a:custGeom>
            <a:avLst/>
            <a:gdLst/>
            <a:ahLst/>
            <a:cxnLst/>
            <a:rect l="l" t="t" r="r" b="b"/>
            <a:pathLst>
              <a:path w="504825" h="432707">
                <a:moveTo>
                  <a:pt x="134658" y="0"/>
                </a:moveTo>
                <a:cubicBezTo>
                  <a:pt x="146301" y="0"/>
                  <a:pt x="158180" y="2019"/>
                  <a:pt x="170294" y="6057"/>
                </a:cubicBezTo>
                <a:cubicBezTo>
                  <a:pt x="182407" y="10095"/>
                  <a:pt x="193676" y="15541"/>
                  <a:pt x="204099" y="22396"/>
                </a:cubicBezTo>
                <a:cubicBezTo>
                  <a:pt x="214522" y="29251"/>
                  <a:pt x="223490" y="35683"/>
                  <a:pt x="231002" y="41693"/>
                </a:cubicBezTo>
                <a:cubicBezTo>
                  <a:pt x="238514" y="47703"/>
                  <a:pt x="245652" y="54088"/>
                  <a:pt x="252412" y="60849"/>
                </a:cubicBezTo>
                <a:cubicBezTo>
                  <a:pt x="259174" y="54088"/>
                  <a:pt x="266310" y="47703"/>
                  <a:pt x="273823" y="41693"/>
                </a:cubicBezTo>
                <a:cubicBezTo>
                  <a:pt x="281334" y="35683"/>
                  <a:pt x="290303" y="29251"/>
                  <a:pt x="300726" y="22396"/>
                </a:cubicBezTo>
                <a:cubicBezTo>
                  <a:pt x="311149" y="15541"/>
                  <a:pt x="322417" y="10095"/>
                  <a:pt x="334531" y="6057"/>
                </a:cubicBezTo>
                <a:cubicBezTo>
                  <a:pt x="346645" y="2019"/>
                  <a:pt x="358524" y="0"/>
                  <a:pt x="370167" y="0"/>
                </a:cubicBezTo>
                <a:cubicBezTo>
                  <a:pt x="412236" y="0"/>
                  <a:pt x="445197" y="11644"/>
                  <a:pt x="469048" y="34932"/>
                </a:cubicBezTo>
                <a:cubicBezTo>
                  <a:pt x="492899" y="58220"/>
                  <a:pt x="504825" y="90523"/>
                  <a:pt x="504825" y="131840"/>
                </a:cubicBezTo>
                <a:cubicBezTo>
                  <a:pt x="504825" y="173346"/>
                  <a:pt x="483321" y="215602"/>
                  <a:pt x="440313" y="258610"/>
                </a:cubicBezTo>
                <a:lnTo>
                  <a:pt x="264807" y="427636"/>
                </a:lnTo>
                <a:cubicBezTo>
                  <a:pt x="261427" y="431017"/>
                  <a:pt x="257295" y="432707"/>
                  <a:pt x="252412" y="432707"/>
                </a:cubicBezTo>
                <a:cubicBezTo>
                  <a:pt x="247529" y="432707"/>
                  <a:pt x="243398" y="431017"/>
                  <a:pt x="240018" y="427636"/>
                </a:cubicBezTo>
                <a:lnTo>
                  <a:pt x="64230" y="258047"/>
                </a:lnTo>
                <a:cubicBezTo>
                  <a:pt x="62351" y="256544"/>
                  <a:pt x="59770" y="254103"/>
                  <a:pt x="56482" y="250722"/>
                </a:cubicBezTo>
                <a:cubicBezTo>
                  <a:pt x="53196" y="247342"/>
                  <a:pt x="47984" y="241191"/>
                  <a:pt x="40848" y="232270"/>
                </a:cubicBezTo>
                <a:cubicBezTo>
                  <a:pt x="33712" y="223349"/>
                  <a:pt x="27326" y="214194"/>
                  <a:pt x="21692" y="204803"/>
                </a:cubicBezTo>
                <a:cubicBezTo>
                  <a:pt x="16057" y="195413"/>
                  <a:pt x="11035" y="184051"/>
                  <a:pt x="6620" y="170717"/>
                </a:cubicBezTo>
                <a:cubicBezTo>
                  <a:pt x="2207" y="157382"/>
                  <a:pt x="0" y="144423"/>
                  <a:pt x="0" y="131840"/>
                </a:cubicBezTo>
                <a:cubicBezTo>
                  <a:pt x="0" y="90523"/>
                  <a:pt x="11926" y="58220"/>
                  <a:pt x="35777" y="34932"/>
                </a:cubicBezTo>
                <a:cubicBezTo>
                  <a:pt x="59629" y="11644"/>
                  <a:pt x="92588" y="0"/>
                  <a:pt x="134658" y="0"/>
                </a:cubicBezTo>
                <a:close/>
              </a:path>
            </a:pathLst>
          </a:custGeom>
          <a:solidFill>
            <a:srgbClr val="D9002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2041904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028700"/>
            <a:ext cx="7848600" cy="1445419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628900"/>
            <a:ext cx="64008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2548890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2pPr>
              <a:buClr>
                <a:schemeClr val="accent1"/>
              </a:buClr>
              <a:defRPr/>
            </a:lvl2pPr>
            <a:lvl4pPr>
              <a:buClr>
                <a:schemeClr val="accent1"/>
              </a:buClr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1771650"/>
            <a:ext cx="7772400" cy="1650206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470149"/>
            <a:ext cx="7772400" cy="1125140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3449574"/>
            <a:ext cx="7848600" cy="1191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55014"/>
            <a:ext cx="4038600" cy="353872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257300"/>
            <a:ext cx="3931920" cy="47982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1828800"/>
            <a:ext cx="3931920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C6B1FF6-39B9-40F5-8B67-33C6354A3D4F}" type="slidenum">
              <a:rPr kumimoji="0" lang="en-US" smtClean="0"/>
              <a:pPr algn="ctr" eaLnBrk="1" latinLnBrk="0" hangingPunct="1"/>
              <a:t>‹#›</a:t>
            </a:fld>
            <a:endParaRPr kumimoji="0"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806462" y="3034268"/>
            <a:ext cx="353187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060"/>
            <a:ext cx="2139696" cy="946404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594060"/>
            <a:ext cx="5715000" cy="418338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597915"/>
            <a:ext cx="2139696" cy="318271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>
              <a:solidFill>
                <a:schemeClr val="accent3">
                  <a:shade val="75000"/>
                </a:schemeClr>
              </a:solidFill>
            </a:endParaRPr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684114" y="2684956"/>
            <a:ext cx="418338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60"/>
            <a:ext cx="2142680" cy="94869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628651"/>
            <a:ext cx="5904390" cy="4125342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600200"/>
            <a:ext cx="2139696" cy="318211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440055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44005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1D778-B565-4D7E-94D7-64010A445B68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6B1FF6-39B9-40F5-8B67-33C6354A3D4F}" type="slidenum">
              <a:rPr kumimoji="0" lang="en-US" smtClean="0"/>
              <a:pPr/>
              <a:t>‹#›</a:t>
            </a:fld>
            <a:endParaRPr kumimoji="0" lang="en-US" dirty="0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715100" y="535000"/>
            <a:ext cx="7708800" cy="572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720000" y="1430950"/>
            <a:ext cx="7704000" cy="317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0480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●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○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04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Quicksand"/>
              <a:buChar char="■"/>
              <a:defRPr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slideLayout" Target="../slideLayouts/slideLayout60.xml"/><Relationship Id="rId61" Type="http://schemas.openxmlformats.org/officeDocument/2006/relationships/slideLayout" Target="../slideLayouts/slideLayout61.xml"/><Relationship Id="rId6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2.xml"/><Relationship Id="rId2" Type="http://schemas.openxmlformats.org/officeDocument/2006/relationships/slideLayout" Target="../slideLayouts/slideLayout63.xml"/><Relationship Id="rId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4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5.xml"/><Relationship Id="rId2" Type="http://schemas.openxmlformats.org/officeDocument/2006/relationships/slideLayout" Target="../slideLayouts/slideLayout66.xml"/><Relationship Id="rId3" Type="http://schemas.openxmlformats.org/officeDocument/2006/relationships/slideLayout" Target="../slideLayouts/slideLayout67.xml"/><Relationship Id="rId4" Type="http://schemas.openxmlformats.org/officeDocument/2006/relationships/slideLayout" Target="../slideLayouts/slideLayout68.xml"/><Relationship Id="rId5" Type="http://schemas.openxmlformats.org/officeDocument/2006/relationships/slideLayout" Target="../slideLayouts/slideLayout69.xml"/><Relationship Id="rId6" Type="http://schemas.openxmlformats.org/officeDocument/2006/relationships/slideLayout" Target="../slideLayouts/slideLayout70.xml"/><Relationship Id="rId7" Type="http://schemas.openxmlformats.org/officeDocument/2006/relationships/slideLayout" Target="../slideLayouts/slideLayout71.xml"/><Relationship Id="rId8" Type="http://schemas.openxmlformats.org/officeDocument/2006/relationships/slideLayout" Target="../slideLayouts/slideLayout72.xml"/><Relationship Id="rId9" Type="http://schemas.openxmlformats.org/officeDocument/2006/relationships/slideLayout" Target="../slideLayouts/slideLayout73.xml"/><Relationship Id="rId10" Type="http://schemas.openxmlformats.org/officeDocument/2006/relationships/slideLayout" Target="../slideLayouts/slideLayout74.xml"/><Relationship Id="rId11" Type="http://schemas.openxmlformats.org/officeDocument/2006/relationships/slideLayout" Target="../slideLayouts/slideLayout75.xml"/><Relationship Id="rId12" Type="http://schemas.openxmlformats.org/officeDocument/2006/relationships/slideLayout" Target="../slideLayouts/slideLayout76.xml"/><Relationship Id="rId13" Type="http://schemas.openxmlformats.org/officeDocument/2006/relationships/theme" Target="../theme/theme4.xml"/><Relationship Id="rId14" Type="http://schemas.openxmlformats.org/officeDocument/2006/relationships/hyperlink" Target="http://www.presentationgo.com/" TargetMode="External"/><Relationship Id="rId15" Type="http://schemas.openxmlformats.org/officeDocument/2006/relationships/image" Target="../media/image37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7.xml"/><Relationship Id="rId2" Type="http://schemas.openxmlformats.org/officeDocument/2006/relationships/theme" Target="../theme/theme5.xml"/></Relationships>
</file>

<file path=ppt/slideMasters/_rels/slideMaster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8.xml"/><Relationship Id="rId2" Type="http://schemas.openxmlformats.org/officeDocument/2006/relationships/slideLayout" Target="../slideLayouts/slideLayout79.xml"/><Relationship Id="rId3" Type="http://schemas.openxmlformats.org/officeDocument/2006/relationships/slideLayout" Target="../slideLayouts/slideLayout80.xml"/><Relationship Id="rId4" Type="http://schemas.openxmlformats.org/officeDocument/2006/relationships/slideLayout" Target="../slideLayouts/slideLayout81.xml"/><Relationship Id="rId5" Type="http://schemas.openxmlformats.org/officeDocument/2006/relationships/slideLayout" Target="../slideLayouts/slideLayout82.xml"/><Relationship Id="rId6" Type="http://schemas.openxmlformats.org/officeDocument/2006/relationships/slideLayout" Target="../slideLayouts/slideLayout83.xml"/><Relationship Id="rId7" Type="http://schemas.openxmlformats.org/officeDocument/2006/relationships/slideLayout" Target="../slideLayouts/slideLayout84.xml"/><Relationship Id="rId8" Type="http://schemas.openxmlformats.org/officeDocument/2006/relationships/slideLayout" Target="../slideLayouts/slideLayout85.xml"/><Relationship Id="rId9" Type="http://schemas.openxmlformats.org/officeDocument/2006/relationships/slideLayout" Target="../slideLayouts/slideLayout86.xml"/><Relationship Id="rId10" Type="http://schemas.openxmlformats.org/officeDocument/2006/relationships/slideLayout" Target="../slideLayouts/slideLayout87.xml"/><Relationship Id="rId11" Type="http://schemas.openxmlformats.org/officeDocument/2006/relationships/slideLayout" Target="../slideLayouts/slideLayout88.xml"/><Relationship Id="rId12" Type="http://schemas.openxmlformats.org/officeDocument/2006/relationships/slideLayout" Target="../slideLayouts/slideLayout89.xml"/><Relationship Id="rId13" Type="http://schemas.openxmlformats.org/officeDocument/2006/relationships/theme" Target="../theme/theme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5050" y="535000"/>
            <a:ext cx="77139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Josefin Sans"/>
              <a:buNone/>
              <a:defRPr sz="2500">
                <a:solidFill>
                  <a:schemeClr val="dk1"/>
                </a:solidFill>
                <a:latin typeface="Josefin Sans"/>
                <a:ea typeface="Josefin Sans"/>
                <a:cs typeface="Josefin Sans"/>
                <a:sym typeface="Josefin San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Bebas Neue"/>
              <a:buNone/>
              <a:defRPr sz="35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5100" y="1152475"/>
            <a:ext cx="7713900" cy="345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●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○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Quicksand"/>
              <a:buChar char="■"/>
              <a:defRPr>
                <a:solidFill>
                  <a:schemeClr val="accent1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  <p:sldLayoutId id="2147483688" r:id="rId14"/>
    <p:sldLayoutId id="2147483689" r:id="rId15"/>
    <p:sldLayoutId id="2147483690" r:id="rId16"/>
    <p:sldLayoutId id="2147483691" r:id="rId17"/>
    <p:sldLayoutId id="2147483692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699" r:id="rId25"/>
    <p:sldLayoutId id="2147483700" r:id="rId26"/>
    <p:sldLayoutId id="2147483701" r:id="rId27"/>
    <p:sldLayoutId id="2147483702" r:id="rId28"/>
    <p:sldLayoutId id="2147483703" r:id="rId29"/>
    <p:sldLayoutId id="2147483704" r:id="rId30"/>
    <p:sldLayoutId id="2147483705" r:id="rId31"/>
    <p:sldLayoutId id="2147483706" r:id="rId32"/>
    <p:sldLayoutId id="2147483707" r:id="rId33"/>
    <p:sldLayoutId id="2147483708" r:id="rId34"/>
    <p:sldLayoutId id="2147483709" r:id="rId35"/>
    <p:sldLayoutId id="2147483710" r:id="rId36"/>
    <p:sldLayoutId id="2147483711" r:id="rId37"/>
    <p:sldLayoutId id="2147483712" r:id="rId38"/>
    <p:sldLayoutId id="2147483713" r:id="rId39"/>
    <p:sldLayoutId id="2147483714" r:id="rId40"/>
    <p:sldLayoutId id="2147483715" r:id="rId41"/>
    <p:sldLayoutId id="2147483716" r:id="rId42"/>
    <p:sldLayoutId id="2147483717" r:id="rId43"/>
    <p:sldLayoutId id="2147483718" r:id="rId44"/>
    <p:sldLayoutId id="2147483719" r:id="rId45"/>
    <p:sldLayoutId id="2147483720" r:id="rId46"/>
    <p:sldLayoutId id="2147483721" r:id="rId47"/>
    <p:sldLayoutId id="2147483722" r:id="rId48"/>
    <p:sldLayoutId id="2147483723" r:id="rId49"/>
    <p:sldLayoutId id="2147483724" r:id="rId50"/>
    <p:sldLayoutId id="2147483725" r:id="rId51"/>
    <p:sldLayoutId id="2147483726" r:id="rId52"/>
    <p:sldLayoutId id="2147483727" r:id="rId53"/>
    <p:sldLayoutId id="2147483728" r:id="rId54"/>
    <p:sldLayoutId id="2147483729" r:id="rId55"/>
    <p:sldLayoutId id="2147483730" r:id="rId56"/>
    <p:sldLayoutId id="2147483731" r:id="rId57"/>
    <p:sldLayoutId id="2147483732" r:id="rId58"/>
    <p:sldLayoutId id="2147483733" r:id="rId59"/>
    <p:sldLayoutId id="2147483734" r:id="rId60"/>
    <p:sldLayoutId id="2147483735" r:id="rId6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5311">
          <p15:clr>
            <a:srgbClr val="EA4335"/>
          </p15:clr>
        </p15:guide>
        <p15:guide id="3" orient="horz" pos="340">
          <p15:clr>
            <a:srgbClr val="EA4335"/>
          </p15:clr>
        </p15:guide>
        <p15:guide id="4" orient="horz" pos="2903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p63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21" name="Google Shape;521;p63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66"/>
          <p:cNvSpPr txBox="1">
            <a:spLocks noGrp="1"/>
          </p:cNvSpPr>
          <p:nvPr>
            <p:ph type="title"/>
          </p:nvPr>
        </p:nvSpPr>
        <p:spPr>
          <a:xfrm>
            <a:off x="1068100" y="933450"/>
            <a:ext cx="7047300" cy="48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Proxima Nova Semibold"/>
              <a:buNone/>
              <a:defRPr sz="2400">
                <a:solidFill>
                  <a:srgbClr val="FFFFFF"/>
                </a:solidFill>
                <a:latin typeface="Proxima Nova Semibold"/>
                <a:ea typeface="Proxima Nova Semibold"/>
                <a:cs typeface="Proxima Nova Semibold"/>
                <a:sym typeface="Proxima Nova Semibold"/>
              </a:defRPr>
            </a:lvl9pPr>
          </a:lstStyle>
          <a:p>
            <a:endParaRPr/>
          </a:p>
        </p:txBody>
      </p:sp>
      <p:sp>
        <p:nvSpPr>
          <p:cNvPr id="527" name="Google Shape;527;p66"/>
          <p:cNvSpPr txBox="1">
            <a:spLocks noGrp="1"/>
          </p:cNvSpPr>
          <p:nvPr>
            <p:ph type="body" idx="1"/>
          </p:nvPr>
        </p:nvSpPr>
        <p:spPr>
          <a:xfrm>
            <a:off x="1068100" y="1695450"/>
            <a:ext cx="7047300" cy="250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40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 flip="none" rotWithShape="1">
          <a:gsLst>
            <a:gs pos="0">
              <a:srgbClr val="F3F1FC"/>
            </a:gs>
            <a:gs pos="74000">
              <a:srgbClr val="BFCBD9"/>
            </a:gs>
            <a:gs pos="83000">
              <a:srgbClr val="BFCBD9"/>
            </a:gs>
            <a:gs pos="100000">
              <a:srgbClr val="BFCBD9"/>
            </a:gs>
          </a:gsLst>
          <a:lin ang="27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Rectangle 33">
            <a:extLst>
              <a:ext uri="{FF2B5EF4-FFF2-40B4-BE49-F238E27FC236}">
                <a16:creationId xmlns:a16="http://schemas.microsoft.com/office/drawing/2014/main" id="{3ABCEAB2-FBDF-46DE-8DD3-07B5136284FA}"/>
              </a:ext>
            </a:extLst>
          </p:cNvPr>
          <p:cNvSpPr/>
          <p:nvPr/>
        </p:nvSpPr>
        <p:spPr>
          <a:xfrm>
            <a:off x="1371600" y="1171576"/>
            <a:ext cx="7143750" cy="3416300"/>
          </a:xfrm>
          <a:prstGeom prst="rect">
            <a:avLst/>
          </a:prstGeom>
          <a:effectLst>
            <a:outerShdw blurRad="711200" dist="3937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7E6ECE6-8137-4F41-A6F0-DC9623651236}"/>
              </a:ext>
            </a:extLst>
          </p:cNvPr>
          <p:cNvSpPr/>
          <p:nvPr/>
        </p:nvSpPr>
        <p:spPr>
          <a:xfrm>
            <a:off x="356109" y="356108"/>
            <a:ext cx="8431785" cy="4431285"/>
          </a:xfrm>
          <a:prstGeom prst="roundRect">
            <a:avLst>
              <a:gd name="adj" fmla="val 1770"/>
            </a:avLst>
          </a:prstGeom>
          <a:solidFill>
            <a:srgbClr val="F6F7F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350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12DC555-B169-430C-85D9-8F1BCAF97743}"/>
              </a:ext>
            </a:extLst>
          </p:cNvPr>
          <p:cNvSpPr/>
          <p:nvPr/>
        </p:nvSpPr>
        <p:spPr>
          <a:xfrm>
            <a:off x="356109" y="354286"/>
            <a:ext cx="8431785" cy="1023223"/>
          </a:xfrm>
          <a:custGeom>
            <a:avLst/>
            <a:gdLst>
              <a:gd name="connsiteX0" fmla="*/ 104578 w 11242380"/>
              <a:gd name="connsiteY0" fmla="*/ 0 h 1364297"/>
              <a:gd name="connsiteX1" fmla="*/ 11137802 w 11242380"/>
              <a:gd name="connsiteY1" fmla="*/ 0 h 1364297"/>
              <a:gd name="connsiteX2" fmla="*/ 11242380 w 11242380"/>
              <a:gd name="connsiteY2" fmla="*/ 104578 h 1364297"/>
              <a:gd name="connsiteX3" fmla="*/ 11242380 w 11242380"/>
              <a:gd name="connsiteY3" fmla="*/ 1364297 h 1364297"/>
              <a:gd name="connsiteX4" fmla="*/ 0 w 11242380"/>
              <a:gd name="connsiteY4" fmla="*/ 1364297 h 1364297"/>
              <a:gd name="connsiteX5" fmla="*/ 0 w 11242380"/>
              <a:gd name="connsiteY5" fmla="*/ 104578 h 1364297"/>
              <a:gd name="connsiteX6" fmla="*/ 104578 w 11242380"/>
              <a:gd name="connsiteY6" fmla="*/ 0 h 13642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242380" h="1364297">
                <a:moveTo>
                  <a:pt x="104578" y="0"/>
                </a:moveTo>
                <a:lnTo>
                  <a:pt x="11137802" y="0"/>
                </a:lnTo>
                <a:cubicBezTo>
                  <a:pt x="11195559" y="0"/>
                  <a:pt x="11242380" y="46821"/>
                  <a:pt x="11242380" y="104578"/>
                </a:cubicBezTo>
                <a:lnTo>
                  <a:pt x="11242380" y="1364297"/>
                </a:lnTo>
                <a:lnTo>
                  <a:pt x="0" y="1364297"/>
                </a:lnTo>
                <a:lnTo>
                  <a:pt x="0" y="104578"/>
                </a:lnTo>
                <a:cubicBezTo>
                  <a:pt x="0" y="46821"/>
                  <a:pt x="46821" y="0"/>
                  <a:pt x="104578" y="0"/>
                </a:cubicBezTo>
                <a:close/>
              </a:path>
            </a:pathLst>
          </a:custGeom>
          <a:gradFill>
            <a:gsLst>
              <a:gs pos="0">
                <a:srgbClr val="33CAFF"/>
              </a:gs>
              <a:gs pos="74000">
                <a:srgbClr val="4C8BFD"/>
              </a:gs>
              <a:gs pos="83000">
                <a:srgbClr val="4C8BFD"/>
              </a:gs>
              <a:gs pos="100000">
                <a:srgbClr val="4C8BFD"/>
              </a:gs>
            </a:gsLst>
            <a:lin ang="27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68580" tIns="34290" rIns="68580" bIns="3429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endParaRPr lang="en-US" sz="135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33523"/>
            <a:ext cx="7886700" cy="32461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Date Here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834955"/>
            <a:ext cx="30861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en-US" sz="1200" smtClean="0">
                <a:solidFill>
                  <a:srgbClr val="5D686E"/>
                </a:solidFill>
              </a:defRPr>
            </a:lvl1pPr>
          </a:lstStyle>
          <a:p>
            <a:r>
              <a:rPr lang="en-US"/>
              <a:t>Your Footer Here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834955"/>
            <a:ext cx="20574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en-US" sz="1200" smtClean="0">
                <a:solidFill>
                  <a:srgbClr val="5D686E"/>
                </a:solidFill>
              </a:defRPr>
            </a:lvl1pPr>
          </a:lstStyle>
          <a:p>
            <a:pPr algn="r"/>
            <a:fld id="{1C0DB9A4-7C00-41BB-B303-4E91C20728DD}" type="slidenum">
              <a:rPr lang="en-US" smtClean="0"/>
              <a:pPr algn="r"/>
              <a:t>‹#›</a:t>
            </a:fld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3856"/>
            <a:ext cx="7886700" cy="101365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50A3E62-9D04-42CF-968F-5F6E2C124DB8}"/>
              </a:ext>
            </a:extLst>
          </p:cNvPr>
          <p:cNvSpPr/>
          <p:nvPr/>
        </p:nvSpPr>
        <p:spPr>
          <a:xfrm>
            <a:off x="-88899" y="5219701"/>
            <a:ext cx="1564852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100" b="0" i="0" dirty="0">
                <a:solidFill>
                  <a:srgbClr val="555555"/>
                </a:solidFill>
                <a:effectLst/>
                <a:latin typeface="Open Sans" panose="020B0606030504020204" pitchFamily="34" charset="0"/>
              </a:rPr>
              <a:t>© </a:t>
            </a:r>
            <a:r>
              <a:rPr lang="en-US" sz="1100" b="0" i="0" u="none" strike="noStrike" dirty="0">
                <a:solidFill>
                  <a:srgbClr val="A5CD28"/>
                </a:solidFill>
                <a:effectLst/>
                <a:latin typeface="Open Sans" panose="020B0606030504020204" pitchFamily="34" charset="0"/>
                <a:hlinkClick r:id="rId14" tooltip="PresentationGo!"/>
              </a:rPr>
              <a:t>presentationgo.com</a:t>
            </a:r>
            <a:endParaRPr lang="en-US" sz="1100" dirty="0"/>
          </a:p>
        </p:txBody>
      </p:sp>
      <p:grpSp>
        <p:nvGrpSpPr>
          <p:cNvPr id="7" name="Group 16">
            <a:extLst>
              <a:ext uri="{FF2B5EF4-FFF2-40B4-BE49-F238E27FC236}">
                <a16:creationId xmlns:a16="http://schemas.microsoft.com/office/drawing/2014/main" id="{B356D5FC-88A6-4DDA-911C-2AF338BB6929}"/>
              </a:ext>
            </a:extLst>
          </p:cNvPr>
          <p:cNvGrpSpPr/>
          <p:nvPr/>
        </p:nvGrpSpPr>
        <p:grpSpPr>
          <a:xfrm>
            <a:off x="-1654908" y="-55353"/>
            <a:ext cx="1556359" cy="520664"/>
            <a:chOff x="-2096383" y="21447"/>
            <a:chExt cx="1556359" cy="694218"/>
          </a:xfrm>
        </p:grpSpPr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52DEBD7C-F558-4D4F-8E49-929D46967D92}"/>
                </a:ext>
              </a:extLst>
            </p:cNvPr>
            <p:cNvSpPr txBox="1"/>
            <p:nvPr userDrawn="1"/>
          </p:nvSpPr>
          <p:spPr>
            <a:xfrm>
              <a:off x="-2096383" y="21447"/>
              <a:ext cx="369012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By: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C9E32DC-7D1B-4F0A-8A94-9976C83581EE}"/>
                </a:ext>
              </a:extLst>
            </p:cNvPr>
            <p:cNvSpPr txBox="1"/>
            <p:nvPr userDrawn="1"/>
          </p:nvSpPr>
          <p:spPr>
            <a:xfrm>
              <a:off x="-1002010" y="387370"/>
              <a:ext cx="461986" cy="32829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000" dirty="0">
                  <a:latin typeface="Open Sans" panose="020B0606030504020204" pitchFamily="34" charset="0"/>
                  <a:ea typeface="Open Sans" panose="020B0606030504020204" pitchFamily="34" charset="0"/>
                  <a:cs typeface="Open Sans" panose="020B0606030504020204" pitchFamily="34" charset="0"/>
                </a:rPr>
                <a:t>.com</a:t>
              </a: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CDF23B40-7BE1-43AB-84F8-8890236A61D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-2018604" y="234547"/>
              <a:ext cx="1405251" cy="18594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715127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5" r:id="rId1"/>
    <p:sldLayoutId id="2147483756" r:id="rId2"/>
    <p:sldLayoutId id="2147483757" r:id="rId3"/>
    <p:sldLayoutId id="2147483758" r:id="rId4"/>
    <p:sldLayoutId id="2147483759" r:id="rId5"/>
    <p:sldLayoutId id="2147483760" r:id="rId6"/>
    <p:sldLayoutId id="2147483761" r:id="rId7"/>
    <p:sldLayoutId id="2147483762" r:id="rId8"/>
    <p:sldLayoutId id="2147483763" r:id="rId9"/>
    <p:sldLayoutId id="2147483764" r:id="rId10"/>
    <p:sldLayoutId id="2147483765" r:id="rId11"/>
    <p:sldLayoutId id="2147483766" r:id="rId12"/>
  </p:sldLayoutIdLst>
  <p:txStyles>
    <p:titleStyle>
      <a:lvl1pPr algn="l" defTabSz="914378" rtl="0" eaLnBrk="1" latinLnBrk="0" hangingPunct="1">
        <a:lnSpc>
          <a:spcPct val="90000"/>
        </a:lnSpc>
        <a:spcBef>
          <a:spcPct val="0"/>
        </a:spcBef>
        <a:buNone/>
        <a:defRPr sz="4050" kern="1200" cap="all" baseline="0">
          <a:solidFill>
            <a:schemeClr val="bg1"/>
          </a:solidFill>
          <a:latin typeface="+mn-lt"/>
          <a:ea typeface="+mj-ea"/>
          <a:cs typeface="+mj-cs"/>
        </a:defRPr>
      </a:lvl1pPr>
    </p:titleStyle>
    <p:bodyStyle>
      <a:lvl1pPr marL="228594" indent="-228594" algn="l" defTabSz="914378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5D686E"/>
          </a:solidFill>
          <a:latin typeface="+mn-lt"/>
          <a:ea typeface="+mn-ea"/>
          <a:cs typeface="+mn-cs"/>
        </a:defRPr>
      </a:lvl1pPr>
      <a:lvl2pPr marL="68578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5D686E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5D686E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5D686E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323A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7E942A-26CB-4FC8-A61F-ED7BAF06B75B}" type="datetimeFigureOut">
              <a:rPr lang="en-US" smtClean="0"/>
              <a:pPr/>
              <a:t>3/21/2026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6EDDA2-A385-4D53-9944-861446547DD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4656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165590"/>
            <a:ext cx="9144000" cy="1714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400050"/>
            <a:ext cx="8229600" cy="7429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657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3716"/>
            <a:ext cx="28956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US"/>
              <a:t>Χειμώνας 2011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3716"/>
            <a:ext cx="4114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r>
              <a:rPr lang="en-IN"/>
              <a:t>CS-409: </a:t>
            </a:r>
            <a:r>
              <a:rPr lang="el-GR"/>
              <a:t>Αντικειμενοστρεφής Προγραμματισμος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3716"/>
            <a:ext cx="1066800" cy="2468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1">
                <a:solidFill>
                  <a:srgbClr val="FFFFFF"/>
                </a:solidFill>
              </a:defRPr>
            </a:lvl1pPr>
          </a:lstStyle>
          <a:p>
            <a:fld id="{81A9E46F-7BA3-46CF-8DB8-B01995389C81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0" r:id="rId1"/>
    <p:sldLayoutId id="2147483771" r:id="rId2"/>
    <p:sldLayoutId id="2147483772" r:id="rId3"/>
    <p:sldLayoutId id="2147483773" r:id="rId4"/>
    <p:sldLayoutId id="2147483774" r:id="rId5"/>
    <p:sldLayoutId id="2147483775" r:id="rId6"/>
    <p:sldLayoutId id="2147483776" r:id="rId7"/>
    <p:sldLayoutId id="2147483777" r:id="rId8"/>
    <p:sldLayoutId id="2147483778" r:id="rId9"/>
    <p:sldLayoutId id="2147483779" r:id="rId10"/>
    <p:sldLayoutId id="2147483780" r:id="rId11"/>
    <p:sldLayoutId id="2147483781" r:id="rId12"/>
  </p:sldLayoutIdLst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6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6"/>
        </a:buClr>
        <a:buSzPct val="9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6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6"/>
        </a:buClr>
        <a:buSzPct val="100000"/>
        <a:buFont typeface="Arial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Relationship Id="rId2" Type="http://schemas.openxmlformats.org/officeDocument/2006/relationships/image" Target="../media/image39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themeOverride" Target="../theme/themeOverride1.xml"/><Relationship Id="rId2" Type="http://schemas.openxmlformats.org/officeDocument/2006/relationships/slideLayout" Target="../slideLayouts/slideLayout84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3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Relationship Id="rId3" Type="http://schemas.openxmlformats.org/officeDocument/2006/relationships/image" Target="../media/image4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39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4.xml"/><Relationship Id="rId2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Shape 1"/>
          <p:cNvSpPr txBox="1"/>
          <p:nvPr/>
        </p:nvSpPr>
        <p:spPr>
          <a:xfrm>
            <a:off x="209346" y="267494"/>
            <a:ext cx="8749718" cy="18002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t">
            <a:noAutofit/>
          </a:bodyPr>
          <a:lstStyle/>
          <a:p>
            <a:r>
              <a:t>FINAL YEAR RESEARCH PROJECT </a:t>
            </a:r>
          </a:p>
          <a:p>
            <a:r>
              <a:t>Review-1 Presentation</a:t>
            </a:r>
            <a:br/>
            <a:r>
              <a:t>			PlacementPro+: A Neuro-Symbolic AI Engine for Placement Prediction</a:t>
            </a:r>
          </a:p>
        </p:txBody>
      </p:sp>
      <p:sp>
        <p:nvSpPr>
          <p:cNvPr id="95" name="TextShape 2"/>
          <p:cNvSpPr txBox="1"/>
          <p:nvPr/>
        </p:nvSpPr>
        <p:spPr>
          <a:xfrm>
            <a:off x="398612" y="2283718"/>
            <a:ext cx="6400440" cy="647730"/>
          </a:xfrm>
          <a:prstGeom prst="rect">
            <a:avLst/>
          </a:prstGeom>
          <a:noFill/>
          <a:ln>
            <a:noFill/>
          </a:ln>
        </p:spPr>
        <p:txBody>
          <a:bodyPr lIns="90000" tIns="0" rIns="90000" bIns="45000">
            <a:normAutofit fontScale="94000"/>
          </a:bodyPr>
          <a:lstStyle/>
          <a:p>
            <a:pPr marL="27360">
              <a:lnSpc>
                <a:spcPct val="100000"/>
              </a:lnSpc>
              <a:spcBef>
                <a:spcPts val="601"/>
              </a:spcBef>
            </a:pPr>
            <a:r>
              <a:rPr lang="en-IN" sz="1700" b="1" strike="noStrike" spc="-1" dirty="0">
                <a:solidFill>
                  <a:srgbClr val="0070C0"/>
                </a:solidFill>
                <a:latin typeface="Gill Sans MT"/>
              </a:rPr>
              <a:t>Supervised By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:</a:t>
            </a:r>
            <a:r>
              <a:rPr lang="en-IN" sz="1700" spc="-1" dirty="0">
                <a:latin typeface="Arial"/>
              </a:rPr>
              <a:t> 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Prof. /</a:t>
            </a:r>
            <a:r>
              <a:rPr lang="en-IN" sz="1700" b="1" strike="noStrike" spc="-1" dirty="0" err="1">
                <a:solidFill>
                  <a:srgbClr val="361309"/>
                </a:solidFill>
                <a:latin typeface="Gill Sans MT"/>
              </a:rPr>
              <a:t>Dr.</a:t>
            </a:r>
            <a:r>
              <a:rPr lang="en-IN" sz="1700" b="1" strike="noStrike" spc="-1" dirty="0">
                <a:solidFill>
                  <a:srgbClr val="361309"/>
                </a:solidFill>
                <a:latin typeface="Gill Sans MT"/>
              </a:rPr>
              <a:t> </a:t>
            </a:r>
            <a:endParaRPr lang="en-IN" sz="1700" b="0" strike="noStrike" spc="-1" dirty="0">
              <a:latin typeface="Arial"/>
            </a:endParaRPr>
          </a:p>
        </p:txBody>
      </p:sp>
      <p:sp>
        <p:nvSpPr>
          <p:cNvPr id="96" name="CustomShape 3"/>
          <p:cNvSpPr/>
          <p:nvPr/>
        </p:nvSpPr>
        <p:spPr>
          <a:xfrm>
            <a:off x="395536" y="2859782"/>
            <a:ext cx="3672408" cy="1814428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r>
              <a:t>Group No.: [Add Group]</a:t>
            </a:r>
          </a:p>
          <a:p>
            <a:r>
              <a:t>Name of the Student(s): [Add Name]</a:t>
            </a:r>
          </a:p>
          <a:p/>
          <a:p/>
          <a:p/>
          <a:p/>
          <a:p/>
          <a:p/>
        </p:txBody>
      </p:sp>
      <p:sp>
        <p:nvSpPr>
          <p:cNvPr id="97" name="CustomShape 4"/>
          <p:cNvSpPr/>
          <p:nvPr/>
        </p:nvSpPr>
        <p:spPr>
          <a:xfrm>
            <a:off x="5292080" y="3944752"/>
            <a:ext cx="3728904" cy="104498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IN" sz="1400" b="1" strike="noStrike" spc="-1" dirty="0">
                <a:solidFill>
                  <a:srgbClr val="0070C0"/>
                </a:solidFill>
                <a:latin typeface="Gill Sans MT"/>
              </a:rPr>
              <a:t>Department of Computer Sc. and Engineering</a:t>
            </a:r>
            <a:endParaRPr lang="en-IN" sz="1400" b="1" strike="noStrike" spc="-1" dirty="0">
              <a:solidFill>
                <a:srgbClr val="0070C0"/>
              </a:solidFill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200" b="1" strike="noStrike" spc="-1" dirty="0">
                <a:solidFill>
                  <a:srgbClr val="000000"/>
                </a:solidFill>
                <a:latin typeface="Gill Sans MT"/>
              </a:rPr>
              <a:t>Faculty of Engineering &amp; Technology (ITER)</a:t>
            </a:r>
            <a:endParaRPr lang="en-IN" sz="1200" b="0" strike="noStrike" spc="-1" dirty="0">
              <a:latin typeface="Arial"/>
            </a:endParaRP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Siksha ‘O’ </a:t>
            </a:r>
            <a:r>
              <a:rPr lang="en-IN" sz="1100" b="1" strike="noStrike" spc="-1" dirty="0" err="1">
                <a:solidFill>
                  <a:srgbClr val="000000"/>
                </a:solidFill>
                <a:latin typeface="Gill Sans MT"/>
              </a:rPr>
              <a:t>Anusandhan</a:t>
            </a: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 (Deemed to be) University</a:t>
            </a:r>
            <a:r>
              <a:rPr lang="en-IN" sz="1100" b="0" strike="noStrike" spc="-1" dirty="0">
                <a:solidFill>
                  <a:srgbClr val="000000"/>
                </a:solidFill>
                <a:latin typeface="Gill Sans MT"/>
              </a:rPr>
              <a:t> </a:t>
            </a:r>
          </a:p>
          <a:p>
            <a:pPr>
              <a:lnSpc>
                <a:spcPct val="100000"/>
              </a:lnSpc>
            </a:pPr>
            <a:r>
              <a:rPr lang="en-IN" sz="1100" b="1" strike="noStrike" spc="-1" dirty="0">
                <a:solidFill>
                  <a:srgbClr val="000000"/>
                </a:solidFill>
                <a:latin typeface="Gill Sans MT"/>
              </a:rPr>
              <a:t>Bhubaneswar, Odisha</a:t>
            </a:r>
            <a:endParaRPr lang="en-IN" sz="1100" b="0" strike="noStrike" spc="-1" dirty="0">
              <a:latin typeface="Arial"/>
            </a:endParaRPr>
          </a:p>
        </p:txBody>
      </p:sp>
      <p:sp>
        <p:nvSpPr>
          <p:cNvPr id="98" name="TextShape 5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F277BE30-6CD2-45EB-896E-478D60EBC98C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</a:t>
            </a:fld>
            <a:endParaRPr lang="en-IN" sz="1200" b="0" strike="noStrike" spc="-1">
              <a:latin typeface="Times New Roman"/>
            </a:endParaRPr>
          </a:p>
        </p:txBody>
      </p:sp>
      <p:sp>
        <p:nvSpPr>
          <p:cNvPr id="99" name="CustomShape 6"/>
          <p:cNvSpPr/>
          <p:nvPr/>
        </p:nvSpPr>
        <p:spPr>
          <a:xfrm>
            <a:off x="155520" y="-108270"/>
            <a:ext cx="304560" cy="228420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IN"/>
          </a:p>
        </p:txBody>
      </p:sp>
      <p:pic>
        <p:nvPicPr>
          <p:cNvPr id="100" name="Picture 3"/>
          <p:cNvPicPr/>
          <p:nvPr/>
        </p:nvPicPr>
        <p:blipFill>
          <a:blip r:embed="rId2" cstate="print"/>
          <a:stretch/>
        </p:blipFill>
        <p:spPr>
          <a:xfrm>
            <a:off x="8172400" y="357480"/>
            <a:ext cx="826880" cy="77411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Shape 1"/>
          <p:cNvSpPr txBox="1"/>
          <p:nvPr/>
        </p:nvSpPr>
        <p:spPr>
          <a:xfrm>
            <a:off x="571472" y="147424"/>
            <a:ext cx="8361928" cy="76814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9000" lnSpcReduction="20000"/>
          </a:bodyPr>
          <a:lstStyle/>
          <a:p>
            <a:pPr>
              <a:lnSpc>
                <a:spcPct val="100000"/>
              </a:lnSpc>
            </a:pPr>
            <a:endParaRPr lang="en-US" sz="4700" b="1" strike="noStrike" spc="-1" dirty="0">
              <a:solidFill>
                <a:srgbClr val="572314"/>
              </a:solidFill>
              <a:latin typeface="Times New Roman" pitchFamily="18" charset="0"/>
              <a:cs typeface="Times New Roman" pitchFamily="18" charset="0"/>
            </a:endParaRPr>
          </a:p>
          <a:p>
            <a:pPr>
              <a:lnSpc>
                <a:spcPct val="100000"/>
              </a:lnSpc>
            </a:pPr>
            <a:r>
              <a:rPr lang="en-US" sz="7700" b="1" strike="noStrike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Presentation Outline</a:t>
            </a:r>
            <a:br>
              <a:rPr dirty="0">
                <a:latin typeface="Times New Roman" pitchFamily="18" charset="0"/>
                <a:cs typeface="Times New Roman" pitchFamily="18" charset="0"/>
              </a:rPr>
            </a:br>
            <a:endParaRPr lang="en-US" sz="4300" b="0" strike="noStrike" spc="-1" dirty="0">
              <a:solidFill>
                <a:srgbClr val="00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2" name="TextShape 2"/>
          <p:cNvSpPr txBox="1"/>
          <p:nvPr/>
        </p:nvSpPr>
        <p:spPr>
          <a:xfrm>
            <a:off x="323528" y="843558"/>
            <a:ext cx="8496944" cy="3885492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Problem Statement &amp; Motivations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Problem Statement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400" spc="-1" dirty="0">
                <a:latin typeface="Gill Sans MT"/>
              </a:rPr>
              <a:t>Motivations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Literature Review</a:t>
            </a:r>
          </a:p>
          <a:p>
            <a:pPr marL="8229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400" spc="-1" dirty="0">
                <a:solidFill>
                  <a:srgbClr val="000000"/>
                </a:solidFill>
                <a:latin typeface="Gill Sans MT"/>
              </a:rPr>
              <a:t>Existing Solutions &amp; Limitations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Proposed Methodology &amp; </a:t>
            </a:r>
            <a:r>
              <a:rPr lang="en-US" sz="1600" spc="-1">
                <a:latin typeface="Gill Sans MT"/>
              </a:rPr>
              <a:t>Approach 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>
                <a:latin typeface="Gill Sans MT"/>
              </a:rPr>
              <a:t>Key </a:t>
            </a:r>
            <a:r>
              <a:rPr lang="en-IN" sz="1600" spc="-1" dirty="0">
                <a:latin typeface="Gill Sans MT"/>
              </a:rPr>
              <a:t>Components/Modules &amp; Algorithms Used</a:t>
            </a:r>
            <a:endParaRPr lang="en-US" sz="1600" spc="-1" dirty="0">
              <a:latin typeface="Gill Sans MT"/>
            </a:endParaRP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Dataset &amp; Tools/Technologies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US" sz="1600" spc="-1" dirty="0">
                <a:latin typeface="Gill Sans MT"/>
              </a:rPr>
              <a:t>Work Done So Far (Implementation Progress)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Preliminary Results (if any)</a:t>
            </a:r>
          </a:p>
          <a:p>
            <a:pPr marL="365760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en-IN" sz="1600" spc="-1" dirty="0">
                <a:latin typeface="Gill Sans MT"/>
              </a:rPr>
              <a:t>Future Work Plan</a:t>
            </a:r>
            <a:endParaRPr lang="en-US" sz="1600" spc="-1" dirty="0">
              <a:latin typeface="Gill Sans MT"/>
            </a:endParaRPr>
          </a:p>
          <a:p>
            <a:pPr marL="365760" lvl="1" indent="-282960">
              <a:spcBef>
                <a:spcPts val="601"/>
              </a:spcBef>
              <a:buClr>
                <a:srgbClr val="3891A7"/>
              </a:buClr>
              <a:buSzPct val="80000"/>
              <a:buFont typeface="Wingdings" charset="2"/>
              <a:buChar char=""/>
            </a:pPr>
            <a:r>
              <a:rPr lang="da-DK" sz="1600" spc="-1" dirty="0">
                <a:latin typeface="Gill Sans MT"/>
              </a:rPr>
              <a:t>References</a:t>
            </a:r>
            <a:endParaRPr lang="en-US" sz="1600" spc="-1" dirty="0">
              <a:latin typeface="Gill Sans MT"/>
            </a:endParaRPr>
          </a:p>
        </p:txBody>
      </p:sp>
      <p:sp>
        <p:nvSpPr>
          <p:cNvPr id="103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98A15F4-BA1A-4DF0-8C36-812FE3A649CD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2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04" name="Picture 2"/>
          <p:cNvPicPr/>
          <p:nvPr/>
        </p:nvPicPr>
        <p:blipFill>
          <a:blip r:embed="rId4" cstate="print"/>
          <a:stretch/>
        </p:blipFill>
        <p:spPr>
          <a:xfrm>
            <a:off x="8207896" y="0"/>
            <a:ext cx="936104" cy="915566"/>
          </a:xfrm>
          <a:prstGeom prst="rect">
            <a:avLst/>
          </a:prstGeom>
          <a:ln>
            <a:noFill/>
          </a:ln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Problem Statement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/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41432" y="0"/>
            <a:ext cx="970168" cy="915566"/>
          </a:xfrm>
          <a:prstGeom prst="rect">
            <a:avLst/>
          </a:prstGeom>
          <a:ln>
            <a:noFill/>
          </a:ln>
        </p:spPr>
      </p:pic>
      <p:sp>
        <p:nvSpPr>
          <p:cNvPr id="109" name="TextBox 108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Generic Preparation: Existing platforms offer one-size-fits-all roadmaps, ignoring base skills.</a:t>
            </a:r>
          </a:p>
          <a:p>
            <a:pPr>
              <a:defRPr sz="2000"/>
            </a:pPr>
            <a:r>
              <a:t>Lack of Logical Progression in AI: Standard LLMs hallucinate learning paths, failing to enforce prerequisites (e.g. ML before Python).</a:t>
            </a:r>
          </a:p>
          <a:p>
            <a:pPr>
              <a:defRPr sz="2000"/>
            </a:pPr>
            <a:r>
              <a:t>Siloed Systems: A fundamental disconnect exists between ML-based prediction and actionable GenAI curriculums.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/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Motivations</a:t>
            </a:r>
          </a:p>
        </p:txBody>
      </p:sp>
      <p:sp>
        <p:nvSpPr>
          <p:cNvPr id="106" name="TextShape 2"/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  <a:p>
            <a:pPr>
              <a:lnSpc>
                <a:spcPct val="100000"/>
              </a:lnSpc>
              <a:spcBef>
                <a:spcPts val="601"/>
              </a:spcBef>
            </a:pPr>
            <a:endParaRPr lang="en-US" sz="28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07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/>
        </p:txBody>
      </p:sp>
      <p:pic>
        <p:nvPicPr>
          <p:cNvPr id="108" name="Picture 2"/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109" name="TextBox 108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Personalized Learning: Empower students with tailored 12-week roadmaps that react to their skills.</a:t>
            </a:r>
          </a:p>
          <a:p>
            <a:pPr>
              <a:defRPr sz="2000"/>
            </a:pPr>
            <a:r>
              <a:t>Precision over Hallucination: A Neuro-Symbolic approach guarantees logically sound, executable study plans.</a:t>
            </a:r>
          </a:p>
          <a:p>
            <a:pPr>
              <a:defRPr sz="2000"/>
            </a:pPr>
            <a:r>
              <a:t>Holistic Solution: Bridge statistical prediction (likelihood of placement) with intelligent recommendation (how to improve).</a:t>
            </a:r>
          </a:p>
        </p:txBody>
      </p:sp>
    </p:spTree>
    <p:extLst>
      <p:ext uri="{BB962C8B-B14F-4D97-AF65-F5344CB8AC3E}">
        <p14:creationId xmlns:p14="http://schemas.microsoft.com/office/powerpoint/2010/main" val="148145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TextShape 1"/>
          <p:cNvSpPr txBox="1"/>
          <p:nvPr/>
        </p:nvSpPr>
        <p:spPr>
          <a:xfrm>
            <a:off x="107504" y="-61167"/>
            <a:ext cx="8290490" cy="412355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rmAutofit fontScale="25000" lnSpcReduction="20000"/>
          </a:bodyPr>
          <a:lstStyle/>
          <a:p>
            <a:pPr>
              <a:lnSpc>
                <a:spcPct val="100000"/>
              </a:lnSpc>
            </a:pPr>
            <a:br>
              <a:rPr dirty="0"/>
            </a:br>
            <a:r>
              <a:rPr lang="en-US" sz="112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Literature Review</a:t>
            </a:r>
          </a:p>
        </p:txBody>
      </p:sp>
      <p:sp>
        <p:nvSpPr>
          <p:cNvPr id="110" name="TextShape 2"/>
          <p:cNvSpPr txBox="1"/>
          <p:nvPr/>
        </p:nvSpPr>
        <p:spPr>
          <a:xfrm>
            <a:off x="538350" y="1076610"/>
            <a:ext cx="8395050" cy="360951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402480">
              <a:lnSpc>
                <a:spcPct val="100000"/>
              </a:lnSpc>
              <a:spcBef>
                <a:spcPts val="550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  <a:p>
            <a:pPr marL="82440">
              <a:lnSpc>
                <a:spcPct val="100000"/>
              </a:lnSpc>
              <a:spcBef>
                <a:spcPts val="601"/>
              </a:spcBef>
            </a:pPr>
            <a:endParaRPr lang="en-US" sz="2400" b="0" strike="noStrike" spc="-1" dirty="0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11" name="TextShape 3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528F5C0C-45A4-465E-8315-A9258DDEFD0F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5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12" name="Picture 2"/>
          <p:cNvPicPr/>
          <p:nvPr/>
        </p:nvPicPr>
        <p:blipFill>
          <a:blip r:embed="rId2" cstate="print"/>
          <a:stretch/>
        </p:blipFill>
        <p:spPr>
          <a:xfrm>
            <a:off x="8166976" y="0"/>
            <a:ext cx="977024" cy="915566"/>
          </a:xfrm>
          <a:prstGeom prst="rect">
            <a:avLst/>
          </a:prstGeom>
          <a:ln>
            <a:noFill/>
          </a:ln>
        </p:spPr>
      </p:pic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47C9E7DC-9F59-8E73-4E17-BD145ED979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267707"/>
              </p:ext>
            </p:extLst>
          </p:nvPr>
        </p:nvGraphicFramePr>
        <p:xfrm>
          <a:off x="538350" y="862772"/>
          <a:ext cx="7632848" cy="3909933"/>
        </p:xfrm>
        <a:graphic>
          <a:graphicData uri="http://schemas.openxmlformats.org/drawingml/2006/table">
            <a:tbl>
              <a:tblPr/>
              <a:tblGrid>
                <a:gridCol w="876328">
                  <a:extLst>
                    <a:ext uri="{9D8B030D-6E8A-4147-A177-3AD203B41FA5}">
                      <a16:colId xmlns:a16="http://schemas.microsoft.com/office/drawing/2014/main" val="1724099349"/>
                    </a:ext>
                  </a:extLst>
                </a:gridCol>
                <a:gridCol w="906431">
                  <a:extLst>
                    <a:ext uri="{9D8B030D-6E8A-4147-A177-3AD203B41FA5}">
                      <a16:colId xmlns:a16="http://schemas.microsoft.com/office/drawing/2014/main" val="3311417763"/>
                    </a:ext>
                  </a:extLst>
                </a:gridCol>
                <a:gridCol w="1533960">
                  <a:extLst>
                    <a:ext uri="{9D8B030D-6E8A-4147-A177-3AD203B41FA5}">
                      <a16:colId xmlns:a16="http://schemas.microsoft.com/office/drawing/2014/main" val="674294725"/>
                    </a:ext>
                  </a:extLst>
                </a:gridCol>
                <a:gridCol w="1603685">
                  <a:extLst>
                    <a:ext uri="{9D8B030D-6E8A-4147-A177-3AD203B41FA5}">
                      <a16:colId xmlns:a16="http://schemas.microsoft.com/office/drawing/2014/main" val="1914132485"/>
                    </a:ext>
                  </a:extLst>
                </a:gridCol>
                <a:gridCol w="1324783">
                  <a:extLst>
                    <a:ext uri="{9D8B030D-6E8A-4147-A177-3AD203B41FA5}">
                      <a16:colId xmlns:a16="http://schemas.microsoft.com/office/drawing/2014/main" val="3409910383"/>
                    </a:ext>
                  </a:extLst>
                </a:gridCol>
                <a:gridCol w="1387661">
                  <a:extLst>
                    <a:ext uri="{9D8B030D-6E8A-4147-A177-3AD203B41FA5}">
                      <a16:colId xmlns:a16="http://schemas.microsoft.com/office/drawing/2014/main" val="3300975957"/>
                    </a:ext>
                  </a:extLst>
                </a:gridCol>
              </a:tblGrid>
              <a:tr h="4422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S. No.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Author &amp; Year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Methods/Techniques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Dataset Used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baseline="0" dirty="0"/>
                        <a:t> Research </a:t>
                      </a:r>
                      <a:r>
                        <a:rPr lang="en-IN" sz="1100" b="1" dirty="0"/>
                        <a:t>Outcomes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100" b="1" dirty="0"/>
                        <a:t>Findings</a:t>
                      </a:r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053993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Example 1</a:t>
                      </a:r>
                      <a:endParaRPr lang="en-IN" sz="10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Smith et al. (2022)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Feature Extraction: Ensemble Learning Classification: Random Forest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1000" dirty="0"/>
                        <a:t>UCI Repository, Python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Accuracy: 92–95%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0.93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0.90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000" dirty="0"/>
                        <a:t>High accuracy with structured data; stable and reliable performance but limited scalability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7779618"/>
                  </a:ext>
                </a:extLst>
              </a:tr>
              <a:tr h="9735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Example 2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Kumar &amp; Patel (2023)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Feature Extraction: CNN (Deep Learning)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Classification: Convolutional Neural Network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IN" sz="1000" dirty="0"/>
                        <a:t>Custom Dataset, TensorFlow/</a:t>
                      </a:r>
                      <a:r>
                        <a:rPr lang="en-IN" sz="1000" dirty="0" err="1"/>
                        <a:t>Keras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Accuracy: 90–93%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F1 Score: 0.89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AUC: 0.91 </a:t>
                      </a:r>
                      <a:br>
                        <a:rPr lang="en-US" sz="1000" dirty="0"/>
                      </a:br>
                      <a:r>
                        <a:rPr lang="en-US" sz="1000" dirty="0"/>
                        <a:t>Recall: 0.88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r>
                        <a:rPr lang="en-US" sz="1000" dirty="0"/>
                        <a:t>Superior performance with automatic feature extraction; computationally expensive and requires large data</a:t>
                      </a:r>
                      <a:endParaRPr lang="en-IN" sz="10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74471201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3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7702041"/>
                  </a:ext>
                </a:extLst>
              </a:tr>
              <a:tr h="45152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4</a:t>
                      </a: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IN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buNone/>
                      </a:pPr>
                      <a:endParaRPr lang="en-US" sz="11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716339"/>
                  </a:ext>
                </a:extLst>
              </a:tr>
              <a:tr h="442220"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lang="en-IN" sz="1100" dirty="0"/>
                    </a:p>
                  </a:txBody>
                  <a:tcPr marL="58057" marR="58057" marT="29029" marB="29029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23329206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B28901D8-0FDB-FB2D-846C-59B0233D0C7C}"/>
              </a:ext>
            </a:extLst>
          </p:cNvPr>
          <p:cNvSpPr txBox="1"/>
          <p:nvPr/>
        </p:nvSpPr>
        <p:spPr>
          <a:xfrm>
            <a:off x="210600" y="447274"/>
            <a:ext cx="72615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/>
              <a:t>Table 1:Summary of Existing Approaches and Research </a:t>
            </a:r>
            <a:r>
              <a:rPr lang="en-IN" sz="1200" dirty="0"/>
              <a:t>Limitations</a:t>
            </a:r>
          </a:p>
          <a:p>
            <a:pPr algn="ctr"/>
            <a:r>
              <a:rPr lang="en-US" sz="1200" dirty="0"/>
              <a:t>[Example Table for Reference]</a:t>
            </a:r>
            <a:endParaRPr lang="en-IN" sz="1200" dirty="0"/>
          </a:p>
          <a:p>
            <a:pPr algn="ctr"/>
            <a:endParaRPr lang="en-IN" sz="1200" dirty="0"/>
          </a:p>
          <a:p>
            <a:endParaRPr lang="en-IN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F9377-90C0-0315-2E0E-D3987B4BB5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98A1BA01-D1E7-7AEE-A1B0-FAE1027D7D79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Research Gap &amp; Improvements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50E6CA8D-B2CA-6B1F-3070-ABCE97CC517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EBE13820-C3A0-965A-C580-C4C2AFB57D18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/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A3663DAC-5F65-9309-F789-B1E6CB71DB6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109" name="TextBox 108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The Gap: Current EdTech AI relies either entirely on rigid structural graphs or entirely on probabilistic language models.</a:t>
            </a:r>
          </a:p>
          <a:p>
            <a:pPr>
              <a:defRPr sz="2000"/>
            </a:pPr>
            <a:r>
              <a:t>Our Improvement: We use a Neuro-Symbolic architecture.</a:t>
            </a:r>
          </a:p>
          <a:p>
            <a:pPr>
              <a:defRPr sz="2000"/>
            </a:pPr>
            <a:r>
              <a:t>Neuro (Semantic): Sentence embeddings (SentenceTransformers) semantically match a student's unstructured skills to backend topics.</a:t>
            </a:r>
          </a:p>
          <a:p>
            <a:pPr>
              <a:defRPr sz="2000"/>
            </a:pPr>
            <a:r>
              <a:t>Symbolic (Logical): A weighted Knowledge Graph (NetworkX) transverses paths, ensuring the syllabus adheres to prerequisite dependencies.</a:t>
            </a:r>
          </a:p>
        </p:txBody>
      </p:sp>
    </p:spTree>
    <p:extLst>
      <p:ext uri="{BB962C8B-B14F-4D97-AF65-F5344CB8AC3E}">
        <p14:creationId xmlns:p14="http://schemas.microsoft.com/office/powerpoint/2010/main" val="12534642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A59BD-49C5-EEF4-69EB-420E3CAA43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D4CD70E-5418-1FC5-1EDB-192C2A5FA04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FBA454CB-B805-4DE9-8F6E-EEE582D197EF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C56AA8D6-1D20-8753-1AD2-B484C9B1149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/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B44850F-263A-20A8-CC64-6043759B95A1}"/>
              </a:ext>
            </a:extLst>
          </p:cNvPr>
          <p:cNvPicPr/>
          <p:nvPr/>
        </p:nvPicPr>
        <p:blipFill>
          <a:blip r:embed="rId3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029F60B-728B-DD7D-BD8D-2910CE6EA277}"/>
              </a:ext>
            </a:extLst>
          </p:cNvPr>
          <p:cNvSpPr txBox="1"/>
          <p:nvPr/>
        </p:nvSpPr>
        <p:spPr>
          <a:xfrm>
            <a:off x="1043608" y="3291830"/>
            <a:ext cx="64087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endParaRPr lang="en-US" sz="1200" dirty="0"/>
          </a:p>
          <a:p>
            <a:pPr algn="ctr"/>
            <a:r>
              <a:rPr lang="en-US" sz="1200" dirty="0"/>
              <a:t>Fig. 1: Workflow of the Proposed Model</a:t>
            </a:r>
          </a:p>
          <a:p>
            <a:pPr algn="ctr"/>
            <a:r>
              <a:rPr lang="en-US" sz="1200" dirty="0"/>
              <a:t>[Example Figure for Reference]</a:t>
            </a:r>
            <a:endParaRPr lang="en-IN" sz="1200" dirty="0"/>
          </a:p>
          <a:p>
            <a:pPr algn="ctr"/>
            <a:endParaRPr lang="en-IN" sz="12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56B9CB9-2511-C3FB-11AE-0FFB9CDC8FA8}"/>
              </a:ext>
            </a:extLst>
          </p:cNvPr>
          <p:cNvGrpSpPr/>
          <p:nvPr/>
        </p:nvGrpSpPr>
        <p:grpSpPr>
          <a:xfrm>
            <a:off x="2627784" y="1043010"/>
            <a:ext cx="3201516" cy="3014550"/>
            <a:chOff x="0" y="0"/>
            <a:chExt cx="2514600" cy="4434840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2F7272CB-7476-5B14-854B-1D7608D1CDC0}"/>
                </a:ext>
              </a:extLst>
            </p:cNvPr>
            <p:cNvCxnSpPr/>
            <p:nvPr/>
          </p:nvCxnSpPr>
          <p:spPr>
            <a:xfrm>
              <a:off x="1177290" y="510540"/>
              <a:ext cx="10264" cy="20574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8D772D20-DB9D-E69B-493A-A8266514884D}"/>
                </a:ext>
              </a:extLst>
            </p:cNvPr>
            <p:cNvSpPr/>
            <p:nvPr/>
          </p:nvSpPr>
          <p:spPr>
            <a:xfrm>
              <a:off x="198120" y="731520"/>
              <a:ext cx="1950098" cy="43434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Preprocessing 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1D7C50C1-D952-CD5D-0680-765D9C47E40E}"/>
                </a:ext>
              </a:extLst>
            </p:cNvPr>
            <p:cNvCxnSpPr/>
            <p:nvPr/>
          </p:nvCxnSpPr>
          <p:spPr>
            <a:xfrm>
              <a:off x="1203960" y="1165860"/>
              <a:ext cx="10264" cy="17526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80E9CDF-2D7C-1B2C-A0A7-6279B9DBB75D}"/>
                </a:ext>
              </a:extLst>
            </p:cNvPr>
            <p:cNvSpPr/>
            <p:nvPr/>
          </p:nvSpPr>
          <p:spPr>
            <a:xfrm>
              <a:off x="22860" y="1363980"/>
              <a:ext cx="2411963" cy="55626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 dirty="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CNN-Based Feature Extraction &amp; Selection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086D5F61-7309-BF8B-56A9-7E2826C7DD9D}"/>
                </a:ext>
              </a:extLst>
            </p:cNvPr>
            <p:cNvCxnSpPr/>
            <p:nvPr/>
          </p:nvCxnSpPr>
          <p:spPr>
            <a:xfrm>
              <a:off x="1219200" y="193548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2CC9B21D-983A-8BE7-5B2C-8585A04E80BD}"/>
                </a:ext>
              </a:extLst>
            </p:cNvPr>
            <p:cNvSpPr/>
            <p:nvPr/>
          </p:nvSpPr>
          <p:spPr>
            <a:xfrm>
              <a:off x="114300" y="2164080"/>
              <a:ext cx="2206690" cy="3352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IN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Attention Mechanism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8E1E82C-7D60-8D04-B086-B47D23CCCFD1}"/>
                </a:ext>
              </a:extLst>
            </p:cNvPr>
            <p:cNvSpPr/>
            <p:nvPr/>
          </p:nvSpPr>
          <p:spPr>
            <a:xfrm>
              <a:off x="0" y="2750820"/>
              <a:ext cx="2514600" cy="4114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Classification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DBC1DD5-0797-1B1E-7D09-951F72079796}"/>
                </a:ext>
              </a:extLst>
            </p:cNvPr>
            <p:cNvSpPr/>
            <p:nvPr/>
          </p:nvSpPr>
          <p:spPr>
            <a:xfrm>
              <a:off x="350520" y="3436620"/>
              <a:ext cx="1939834" cy="49530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Result Analysis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F53534CB-B2E2-BE8C-B403-91FAECEFCDDC}"/>
                </a:ext>
              </a:extLst>
            </p:cNvPr>
            <p:cNvCxnSpPr/>
            <p:nvPr/>
          </p:nvCxnSpPr>
          <p:spPr>
            <a:xfrm>
              <a:off x="1264920" y="3870960"/>
              <a:ext cx="0" cy="18288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DF77AB0F-D310-B047-3868-C7F9ED0E658F}"/>
                </a:ext>
              </a:extLst>
            </p:cNvPr>
            <p:cNvCxnSpPr/>
            <p:nvPr/>
          </p:nvCxnSpPr>
          <p:spPr>
            <a:xfrm>
              <a:off x="1264920" y="2499360"/>
              <a:ext cx="0" cy="2286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334566CC-89DE-90D6-A4EC-C497D14CB0CF}"/>
                </a:ext>
              </a:extLst>
            </p:cNvPr>
            <p:cNvSpPr/>
            <p:nvPr/>
          </p:nvSpPr>
          <p:spPr>
            <a:xfrm>
              <a:off x="678180" y="4061460"/>
              <a:ext cx="1416387" cy="373380"/>
            </a:xfrm>
            <a:prstGeom prst="rect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Final Output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sp>
          <p:nvSpPr>
            <p:cNvPr id="16" name="Cylinder 15">
              <a:extLst>
                <a:ext uri="{FF2B5EF4-FFF2-40B4-BE49-F238E27FC236}">
                  <a16:creationId xmlns:a16="http://schemas.microsoft.com/office/drawing/2014/main" id="{E58BCF28-3C2B-98BF-431E-7C5E007E8CF0}"/>
                </a:ext>
              </a:extLst>
            </p:cNvPr>
            <p:cNvSpPr/>
            <p:nvPr/>
          </p:nvSpPr>
          <p:spPr>
            <a:xfrm>
              <a:off x="441960" y="0"/>
              <a:ext cx="1611397" cy="510540"/>
            </a:xfrm>
            <a:prstGeom prst="can">
              <a:avLst/>
            </a:prstGeom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15000"/>
                </a:lnSpc>
                <a:spcAft>
                  <a:spcPts val="800"/>
                </a:spcAft>
                <a:buNone/>
              </a:pPr>
              <a:r>
                <a:rPr lang="en-US" sz="1200" kern="100">
                  <a:effectLst/>
                  <a:ea typeface="Aptos" panose="020B0004020202020204" pitchFamily="34" charset="0"/>
                  <a:cs typeface="Times New Roman" panose="02020603050405020304" pitchFamily="18" charset="0"/>
                </a:rPr>
                <a:t>Brain MRI data</a:t>
              </a:r>
              <a:endParaRPr lang="en-IN" sz="1200" kern="100">
                <a:effectLst/>
                <a:ea typeface="Aptos" panose="020B0004020202020204" pitchFamily="34" charset="0"/>
                <a:cs typeface="Times New Roman" panose="02020603050405020304" pitchFamily="18" charset="0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BD5F28BA-4275-CDC1-3EC5-0255E8533204}"/>
                </a:ext>
              </a:extLst>
            </p:cNvPr>
            <p:cNvCxnSpPr/>
            <p:nvPr/>
          </p:nvCxnSpPr>
          <p:spPr>
            <a:xfrm flipH="1">
              <a:off x="1272540" y="3169920"/>
              <a:ext cx="15240" cy="2667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9" name="TextBox 108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[INSERT ARCHITECTURE WORKFLOW DIAGRAM HERE]</a:t>
            </a:r>
          </a:p>
          <a:p>
            <a:pPr>
              <a:defRPr sz="2000"/>
            </a:pPr>
            <a:r>
              <a:t>1. User Profiling: Frontend captures skills/roles.</a:t>
            </a:r>
          </a:p>
          <a:p>
            <a:pPr>
              <a:defRPr sz="2000"/>
            </a:pPr>
            <a:r>
              <a:t>2. Predictive Engine: ML models assess placement likelihood.</a:t>
            </a:r>
          </a:p>
          <a:p>
            <a:pPr>
              <a:defRPr sz="2000"/>
            </a:pPr>
            <a:r>
              <a:t>3. Semantic Encoding: Encodes user skills into vectors.</a:t>
            </a:r>
          </a:p>
          <a:p>
            <a:pPr>
              <a:defRPr sz="2000"/>
            </a:pPr>
            <a:r>
              <a:t>4. Graph Traversal: Engine navigates a NetworkX directed graph.</a:t>
            </a:r>
          </a:p>
          <a:p>
            <a:pPr>
              <a:defRPr sz="2000"/>
            </a:pPr>
            <a:r>
              <a:t>5. Output: Structured 12-week roadmap is sent to the dashboard.</a:t>
            </a:r>
          </a:p>
        </p:txBody>
      </p:sp>
    </p:spTree>
    <p:extLst>
      <p:ext uri="{BB962C8B-B14F-4D97-AF65-F5344CB8AC3E}">
        <p14:creationId xmlns:p14="http://schemas.microsoft.com/office/powerpoint/2010/main" val="21757869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A60F32-27DF-3A98-D9C2-8C41DFB7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4C9E006D-5246-58F6-E588-2C0922871ECD}"/>
              </a:ext>
            </a:extLst>
          </p:cNvPr>
          <p:cNvSpPr txBox="1"/>
          <p:nvPr/>
        </p:nvSpPr>
        <p:spPr>
          <a:xfrm>
            <a:off x="480212" y="-168483"/>
            <a:ext cx="8361928" cy="553636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lvl="0"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Proposed Solution &amp; Architecture</a:t>
            </a:r>
            <a:r>
              <a:rPr lang="en-US" sz="2800" b="1" spc="-1" dirty="0">
                <a:solidFill>
                  <a:srgbClr val="572314"/>
                </a:solidFill>
                <a:latin typeface="Times New Roman" pitchFamily="18" charset="0"/>
                <a:cs typeface="Times New Roman" pitchFamily="18" charset="0"/>
              </a:rPr>
              <a:t>		 cont.</a:t>
            </a:r>
            <a:endParaRPr kumimoji="0" lang="en-US" sz="2800" b="1" i="0" u="none" strike="noStrike" kern="1200" cap="none" spc="-1" normalizeH="0" baseline="0" noProof="0" dirty="0">
              <a:ln>
                <a:noFill/>
              </a:ln>
              <a:solidFill>
                <a:srgbClr val="572314"/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CD44DE5-A20F-E89E-BB16-07701DC74DB1}"/>
              </a:ext>
            </a:extLst>
          </p:cNvPr>
          <p:cNvSpPr txBox="1"/>
          <p:nvPr/>
        </p:nvSpPr>
        <p:spPr>
          <a:xfrm>
            <a:off x="366134" y="1085939"/>
            <a:ext cx="8504804" cy="3141994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056D3CEB-3778-A612-250E-7B618D9549FB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/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B98E295F-AD54-F063-80D6-38BC54B3526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03D7DDE-F70E-732B-339C-80805CED93D3}"/>
              </a:ext>
            </a:extLst>
          </p:cNvPr>
          <p:cNvSpPr txBox="1"/>
          <p:nvPr/>
        </p:nvSpPr>
        <p:spPr>
          <a:xfrm>
            <a:off x="1187624" y="3795886"/>
            <a:ext cx="6048672" cy="15542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endParaRPr lang="en-US" sz="1100" dirty="0"/>
          </a:p>
          <a:p>
            <a:pPr algn="ctr"/>
            <a:r>
              <a:rPr lang="en-US" sz="1100" dirty="0"/>
              <a:t>Fig. 2: Schematic Model Diagram of the Proposed Model</a:t>
            </a:r>
          </a:p>
          <a:p>
            <a:pPr algn="ctr"/>
            <a:r>
              <a:rPr lang="en-US" sz="1100" dirty="0"/>
              <a:t>[Example Figure for Reference]</a:t>
            </a:r>
            <a:endParaRPr lang="en-IN" sz="1100" dirty="0"/>
          </a:p>
          <a:p>
            <a:endParaRPr lang="en-IN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56D9FA1-9175-995D-6D8D-B91FB155B4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3163" y="555526"/>
            <a:ext cx="7376711" cy="3598396"/>
          </a:xfrm>
          <a:prstGeom prst="rect">
            <a:avLst/>
          </a:prstGeom>
        </p:spPr>
      </p:pic>
      <p:sp>
        <p:nvSpPr>
          <p:cNvPr id="109" name="TextBox 108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[INSERT ARCHITECTURE MODEL DIAGRAM HERE]</a:t>
            </a:r>
          </a:p>
          <a:p>
            <a:pPr>
              <a:defRPr sz="2000"/>
            </a:pPr>
            <a:r>
              <a:t>Frontend: React, TypeScript, and Vite.</a:t>
            </a:r>
          </a:p>
          <a:p>
            <a:pPr>
              <a:defRPr sz="2000"/>
            </a:pPr>
            <a:r>
              <a:t>Backend: FastAPI in Python.</a:t>
            </a:r>
          </a:p>
          <a:p>
            <a:pPr>
              <a:defRPr sz="2000"/>
            </a:pPr>
            <a:r>
              <a:t>AI/ML Engine: Placement Prediction &amp; Neuro-Symbolic Roadmap Generator.</a:t>
            </a:r>
          </a:p>
        </p:txBody>
      </p:sp>
    </p:spTree>
    <p:extLst>
      <p:ext uri="{BB962C8B-B14F-4D97-AF65-F5344CB8AC3E}">
        <p14:creationId xmlns:p14="http://schemas.microsoft.com/office/powerpoint/2010/main" val="22393213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D32329-4F88-B0E0-0252-E2D8B8F46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3FEF313C-EFC9-A169-AF9C-C3BF6A2847B6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Dataset &amp; Tools/Technologies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C071F398-B6BD-852A-B8C2-E99AE7A3C9C0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CD427EE-1FA4-386B-72E7-D515FE14BCF7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/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0E8E06F2-3FBE-0B4E-96F3-8E0E72FFBFB9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109" name="TextBox 108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Datasets: Simulated historical student profiles, academic scores, and a custom Curriculum Graph.</a:t>
            </a:r>
          </a:p>
          <a:p>
            <a:pPr>
              <a:defRPr sz="2000"/>
            </a:pPr>
            <a:r>
              <a:t>Frontend Stack: React, TypeScript, Vite, Vanilla CSS.</a:t>
            </a:r>
          </a:p>
          <a:p>
            <a:pPr>
              <a:defRPr sz="2000"/>
            </a:pPr>
            <a:r>
              <a:t>Backend Framework: FastAPI (Python).</a:t>
            </a:r>
          </a:p>
          <a:p>
            <a:pPr>
              <a:defRPr sz="2000"/>
            </a:pPr>
            <a:r>
              <a:t>AI &amp; ML Tools: SentenceTransformers, NetworkX, Scikit-Learn.</a:t>
            </a:r>
          </a:p>
        </p:txBody>
      </p:sp>
    </p:spTree>
    <p:extLst>
      <p:ext uri="{BB962C8B-B14F-4D97-AF65-F5344CB8AC3E}">
        <p14:creationId xmlns:p14="http://schemas.microsoft.com/office/powerpoint/2010/main" val="254261172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5E21D-5AD0-18B6-784D-6DBDE6310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71D57442-CEDF-6DDC-5BDD-B3586A7F8103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Progress in Implementation Plan &amp; Methodology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0F55AB3E-207B-D54E-35F7-CF2E5F479503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6D220A42-D7F2-F5B1-0E7A-8278928194C5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/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E8D8F5B6-2F91-A73A-AAF3-9E5909A628F4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109" name="TextBox 108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System Skeleton: Successfully initialized the full-stack architecture.</a:t>
            </a:r>
          </a:p>
          <a:p>
            <a:pPr>
              <a:defRPr sz="2000"/>
            </a:pPr>
            <a:r>
              <a:t>Predictive Engine: Deployed the ML-driven placement prediction component.</a:t>
            </a:r>
          </a:p>
          <a:p>
            <a:pPr>
              <a:defRPr sz="2000"/>
            </a:pPr>
            <a:r>
              <a:t>Neuro-Symbolic Engine: Developed the backend using SentenceTransformers and NetworkX for the AI semantic graph.</a:t>
            </a:r>
          </a:p>
          <a:p>
            <a:pPr>
              <a:defRPr sz="2000"/>
            </a:pPr>
            <a:r>
              <a:t>Frontend Integration: Designed a dynamic dashboard to display the 12-week roadmaps natively.</a:t>
            </a:r>
          </a:p>
        </p:txBody>
      </p:sp>
    </p:spTree>
    <p:extLst>
      <p:ext uri="{BB962C8B-B14F-4D97-AF65-F5344CB8AC3E}">
        <p14:creationId xmlns:p14="http://schemas.microsoft.com/office/powerpoint/2010/main" val="18772878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0C863C-C421-2A24-510A-46BB11F88D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TextShape 1">
            <a:extLst>
              <a:ext uri="{FF2B5EF4-FFF2-40B4-BE49-F238E27FC236}">
                <a16:creationId xmlns:a16="http://schemas.microsoft.com/office/drawing/2014/main" id="{A8544B3C-3745-7F17-3D88-C6AC7A2FBBB1}"/>
              </a:ext>
            </a:extLst>
          </p:cNvPr>
          <p:cNvSpPr txBox="1"/>
          <p:nvPr/>
        </p:nvSpPr>
        <p:spPr>
          <a:xfrm>
            <a:off x="480212" y="206010"/>
            <a:ext cx="8361928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-1" normalizeH="0" baseline="0" noProof="0" dirty="0">
                <a:ln>
                  <a:noFill/>
                </a:ln>
                <a:solidFill>
                  <a:srgbClr val="572314"/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t>Future Work Plan</a:t>
            </a:r>
          </a:p>
        </p:txBody>
      </p:sp>
      <p:sp>
        <p:nvSpPr>
          <p:cNvPr id="106" name="TextShape 2">
            <a:extLst>
              <a:ext uri="{FF2B5EF4-FFF2-40B4-BE49-F238E27FC236}">
                <a16:creationId xmlns:a16="http://schemas.microsoft.com/office/drawing/2014/main" id="{2B231A21-3973-0F3D-E76C-E46B41FE71A7}"/>
              </a:ext>
            </a:extLst>
          </p:cNvPr>
          <p:cNvSpPr txBox="1"/>
          <p:nvPr/>
        </p:nvSpPr>
        <p:spPr>
          <a:xfrm>
            <a:off x="428596" y="1085940"/>
            <a:ext cx="8504804" cy="36001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402480" marR="0" lvl="0" indent="0" algn="l" defTabSz="914400" rtl="0" eaLnBrk="1" fontAlgn="auto" latinLnBrk="0" hangingPunct="1">
              <a:lnSpc>
                <a:spcPct val="100000"/>
              </a:lnSpc>
              <a:spcBef>
                <a:spcPts val="5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1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-1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ill Sans MT"/>
              <a:ea typeface="+mn-ea"/>
              <a:cs typeface="+mn-cs"/>
            </a:endParaRPr>
          </a:p>
        </p:txBody>
      </p:sp>
      <p:sp>
        <p:nvSpPr>
          <p:cNvPr id="107" name="TextShape 3">
            <a:extLst>
              <a:ext uri="{FF2B5EF4-FFF2-40B4-BE49-F238E27FC236}">
                <a16:creationId xmlns:a16="http://schemas.microsoft.com/office/drawing/2014/main" id="{1E646920-2BA3-24E7-7837-F09BDE116DC1}"/>
              </a:ext>
            </a:extLst>
          </p:cNvPr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/>
        </p:txBody>
      </p:sp>
      <p:pic>
        <p:nvPicPr>
          <p:cNvPr id="108" name="Picture 2">
            <a:extLst>
              <a:ext uri="{FF2B5EF4-FFF2-40B4-BE49-F238E27FC236}">
                <a16:creationId xmlns:a16="http://schemas.microsoft.com/office/drawing/2014/main" id="{D2A02815-AF57-59B6-A150-19EF68B86817}"/>
              </a:ext>
            </a:extLst>
          </p:cNvPr>
          <p:cNvPicPr/>
          <p:nvPr/>
        </p:nvPicPr>
        <p:blipFill>
          <a:blip r:embed="rId2" cstate="print"/>
          <a:stretch/>
        </p:blipFill>
        <p:spPr>
          <a:xfrm>
            <a:off x="8173832" y="1890"/>
            <a:ext cx="970168" cy="913676"/>
          </a:xfrm>
          <a:prstGeom prst="rect">
            <a:avLst/>
          </a:prstGeom>
          <a:ln>
            <a:noFill/>
          </a:ln>
        </p:spPr>
      </p:pic>
      <p:sp>
        <p:nvSpPr>
          <p:cNvPr id="109" name="TextBox 108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/>
            </a:pPr>
            <a:r>
              <a:t>Advanced State Tracking: Implement tracking for students' weekly progress.</a:t>
            </a:r>
          </a:p>
          <a:p>
            <a:pPr>
              <a:defRPr sz="2000"/>
            </a:pPr>
            <a:r>
              <a:t>Dynamic Re-Routing: Automatically regenerate roadmaps if a student falls behind.</a:t>
            </a:r>
          </a:p>
          <a:p>
            <a:pPr>
              <a:defRPr sz="2000"/>
            </a:pPr>
            <a:r>
              <a:t>Production Deployment: Prepare the application for cloud deployment using Docker.</a:t>
            </a:r>
          </a:p>
        </p:txBody>
      </p:sp>
    </p:spTree>
    <p:extLst>
      <p:ext uri="{BB962C8B-B14F-4D97-AF65-F5344CB8AC3E}">
        <p14:creationId xmlns:p14="http://schemas.microsoft.com/office/powerpoint/2010/main" val="32040487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2042" y="433576"/>
            <a:ext cx="8433366" cy="553998"/>
          </a:xfrm>
        </p:spPr>
        <p:txBody>
          <a:bodyPr/>
          <a:lstStyle/>
          <a:p>
            <a:r>
              <a:rPr lang="en-IN" sz="2800" b="1" spc="-1" dirty="0">
                <a:solidFill>
                  <a:srgbClr val="572314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References</a:t>
            </a:r>
            <a:endParaRPr lang="en-US" sz="2800" b="1" spc="-1" dirty="0">
              <a:solidFill>
                <a:srgbClr val="572314"/>
              </a:solidFill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B1D6590-7914-C880-B4E9-BB48721B570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09419344"/>
              </p:ext>
            </p:extLst>
          </p:nvPr>
        </p:nvGraphicFramePr>
        <p:xfrm>
          <a:off x="683568" y="987574"/>
          <a:ext cx="7920880" cy="3583632"/>
        </p:xfrm>
        <a:graphic>
          <a:graphicData uri="http://schemas.openxmlformats.org/drawingml/2006/table">
            <a:tbl>
              <a:tblPr firstRow="1" firstCol="1" bandRow="1"/>
              <a:tblGrid>
                <a:gridCol w="360040">
                  <a:extLst>
                    <a:ext uri="{9D8B030D-6E8A-4147-A177-3AD203B41FA5}">
                      <a16:colId xmlns:a16="http://schemas.microsoft.com/office/drawing/2014/main" val="4143303669"/>
                    </a:ext>
                  </a:extLst>
                </a:gridCol>
                <a:gridCol w="7560840">
                  <a:extLst>
                    <a:ext uri="{9D8B030D-6E8A-4147-A177-3AD203B41FA5}">
                      <a16:colId xmlns:a16="http://schemas.microsoft.com/office/drawing/2014/main" val="2032625208"/>
                    </a:ext>
                  </a:extLst>
                </a:gridCol>
              </a:tblGrid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[1]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A. Sharma, R. Kumar, and S. Das, “Deep learning-based brain 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tumor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 detection using MRI images,”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Access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10, pp. 12345–12356,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540974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[2]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P. Singh and M. Gupta, “Machine learning techniques for disease prediction,”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International Journal of Medical Informatics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134, pp. 104–112, 2021.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08956124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[3]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S. Roy et al., “A hybrid CNN-LSTM model for medical image classification,” </a:t>
                      </a:r>
                      <a:r>
                        <a:rPr lang="en-IN" sz="1400" i="1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IEEE Transactions on Medical Imaging</a:t>
                      </a: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39, no. 5, pp. 1400–1410, 2020.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742911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[4]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K. Patel and N. Shah, “Transfer learning approach for image classification using VGG16,”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Procedia Computer Science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167, pp. 197–206, 2022.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53626885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[5]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R. Das and A. Mishra, “</a:t>
                      </a:r>
                      <a:r>
                        <a:rPr lang="en-IN" sz="1400" kern="100" dirty="0" err="1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EfficientNet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-based model for disease detection,” </a:t>
                      </a:r>
                      <a:r>
                        <a:rPr lang="en-IN" sz="1400" i="1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Expert Systems with Applications</a:t>
                      </a:r>
                      <a:r>
                        <a:rPr lang="en-IN" sz="14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, vol. 198, pp. 116–130, 2023.</a:t>
                      </a:r>
                    </a:p>
                  </a:txBody>
                  <a:tcPr marL="68580" marR="6858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6344927"/>
                  </a:ext>
                </a:extLst>
              </a:tr>
              <a:tr h="597272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[6] </a:t>
                      </a:r>
                    </a:p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IN" sz="1200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Times New Roman" panose="02020603050405020304" pitchFamily="18" charset="0"/>
                        </a:rPr>
                        <a:t> </a:t>
                      </a: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655069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TextShape 1"/>
          <p:cNvSpPr txBox="1"/>
          <p:nvPr/>
        </p:nvSpPr>
        <p:spPr>
          <a:xfrm>
            <a:off x="1435680" y="206010"/>
            <a:ext cx="7497720" cy="85698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Gill Sans MT"/>
            </a:endParaRPr>
          </a:p>
        </p:txBody>
      </p:sp>
      <p:sp>
        <p:nvSpPr>
          <p:cNvPr id="125" name="TextShape 2"/>
          <p:cNvSpPr txBox="1"/>
          <p:nvPr/>
        </p:nvSpPr>
        <p:spPr>
          <a:xfrm>
            <a:off x="8613720" y="4729050"/>
            <a:ext cx="456840" cy="35694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b">
            <a:noAutofit/>
          </a:bodyPr>
          <a:lstStyle/>
          <a:p>
            <a:pPr algn="ctr">
              <a:lnSpc>
                <a:spcPct val="100000"/>
              </a:lnSpc>
            </a:pPr>
            <a:fld id="{087FA15C-8669-41A7-83ED-7B46D054D84B}" type="slidenum">
              <a:rPr lang="en-IN" sz="1200" b="0" strike="noStrike" spc="-1">
                <a:solidFill>
                  <a:srgbClr val="B5A989"/>
                </a:solidFill>
                <a:latin typeface="Gill Sans MT"/>
              </a:rPr>
              <a:pPr algn="ctr">
                <a:lnSpc>
                  <a:spcPct val="100000"/>
                </a:lnSpc>
              </a:pPr>
              <a:t>13</a:t>
            </a:fld>
            <a:endParaRPr lang="en-IN" sz="1200" b="0" strike="noStrike" spc="-1">
              <a:latin typeface="Times New Roman"/>
            </a:endParaRPr>
          </a:p>
        </p:txBody>
      </p:sp>
      <p:pic>
        <p:nvPicPr>
          <p:cNvPr id="126" name="Picture 2"/>
          <p:cNvPicPr/>
          <p:nvPr/>
        </p:nvPicPr>
        <p:blipFill>
          <a:blip r:embed="rId2" cstate="print"/>
          <a:stretch/>
        </p:blipFill>
        <p:spPr>
          <a:xfrm>
            <a:off x="1763640" y="1778220"/>
            <a:ext cx="6049800" cy="2215620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theme/_rels/theme6.xml.rels><?xml version='1.0' encoding='UTF-8' standalone='yes'?>
<Relationships xmlns="http://schemas.openxmlformats.org/package/2006/relationships"><Relationship Id="rId1" Type="http://schemas.openxmlformats.org/officeDocument/2006/relationships/image" Target="../media/image38.jpeg"/></Relationships>
</file>

<file path=ppt/theme/theme1.xml><?xml version="1.0" encoding="utf-8"?>
<a:theme xmlns:a="http://schemas.openxmlformats.org/drawingml/2006/main" name="Minimalist Aesthetics Business Plan XL by Slidesgo">
  <a:themeElements>
    <a:clrScheme name="Simple Light">
      <a:dk1>
        <a:srgbClr val="01083A"/>
      </a:dk1>
      <a:lt1>
        <a:srgbClr val="E5E8FF"/>
      </a:lt1>
      <a:dk2>
        <a:srgbClr val="B9C2FF"/>
      </a:dk2>
      <a:lt2>
        <a:srgbClr val="97A4FF"/>
      </a:lt2>
      <a:accent1>
        <a:srgbClr val="233294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1083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Slidesgo Final Pag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1_Custom Design - PresentationGO">
  <a:themeElements>
    <a:clrScheme name="PGO-105">
      <a:dk1>
        <a:srgbClr val="2B323B"/>
      </a:dk1>
      <a:lt1>
        <a:sysClr val="window" lastClr="FFFFFF"/>
      </a:lt1>
      <a:dk2>
        <a:srgbClr val="5D686E"/>
      </a:dk2>
      <a:lt2>
        <a:srgbClr val="E7E6E6"/>
      </a:lt2>
      <a:accent1>
        <a:srgbClr val="33CAFF"/>
      </a:accent1>
      <a:accent2>
        <a:srgbClr val="4C8BFD"/>
      </a:accent2>
      <a:accent3>
        <a:srgbClr val="F6F7FC"/>
      </a:accent3>
      <a:accent4>
        <a:srgbClr val="BFCBD9"/>
      </a:accent4>
      <a:accent5>
        <a:srgbClr val="4C8BFD"/>
      </a:accent5>
      <a:accent6>
        <a:srgbClr val="4C8BFD"/>
      </a:accent6>
      <a:hlink>
        <a:srgbClr val="33CAFF"/>
      </a:hlink>
      <a:folHlink>
        <a:srgbClr val="33CAFF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78B1EDBC-4A95-4303-94E3-B14C14EBEA23}"/>
    </a:ext>
  </a:extLst>
</a:theme>
</file>

<file path=ppt/theme/theme5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0105_T_PGO_XXX-4_3" id="{12A9651B-B69D-4074-B168-9BA4D48989F5}" vid="{8E044A80-51C6-4156-9123-ACBB6F9A67F4}"/>
    </a:ext>
  </a:extLst>
</a:theme>
</file>

<file path=ppt/theme/theme6.xml><?xml version="1.0" encoding="utf-8"?>
<a:theme xmlns:a="http://schemas.openxmlformats.org/drawingml/2006/main" name="Clarity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632</TotalTime>
  <Words>554</Words>
  <Application>Microsoft Office PowerPoint</Application>
  <PresentationFormat>On-screen Show (16:9)</PresentationFormat>
  <Paragraphs>137</Paragraphs>
  <Slides>13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13</vt:i4>
      </vt:variant>
    </vt:vector>
  </HeadingPairs>
  <TitlesOfParts>
    <vt:vector size="36" baseType="lpstr">
      <vt:lpstr>Anaheim</vt:lpstr>
      <vt:lpstr>Aptos</vt:lpstr>
      <vt:lpstr>Arial</vt:lpstr>
      <vt:lpstr>Bahnschrift SemiBold</vt:lpstr>
      <vt:lpstr>Bebas Neue</vt:lpstr>
      <vt:lpstr>Calibri</vt:lpstr>
      <vt:lpstr>Calibri Light</vt:lpstr>
      <vt:lpstr>Cardo</vt:lpstr>
      <vt:lpstr>Gill Sans MT</vt:lpstr>
      <vt:lpstr>Josefin Sans</vt:lpstr>
      <vt:lpstr>Open Sans</vt:lpstr>
      <vt:lpstr>Proxima Nova</vt:lpstr>
      <vt:lpstr>Proxima Nova Semibold</vt:lpstr>
      <vt:lpstr>Quicksand</vt:lpstr>
      <vt:lpstr>Roboto Condensed Light</vt:lpstr>
      <vt:lpstr>Times New Roman</vt:lpstr>
      <vt:lpstr>Wingdings</vt:lpstr>
      <vt:lpstr>Minimalist Aesthetics Business Plan XL by Slidesgo</vt:lpstr>
      <vt:lpstr>Slidesgo Final Pages</vt:lpstr>
      <vt:lpstr>1_Slidesgo Final Pages</vt:lpstr>
      <vt:lpstr>1_Custom Design - PresentationGO</vt:lpstr>
      <vt:lpstr>Custom Design</vt:lpstr>
      <vt:lpstr>Clarity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BARNALI SAHU</dc:creator>
  <cp:lastModifiedBy>2022 Online Class 22</cp:lastModifiedBy>
  <cp:revision>64</cp:revision>
  <dcterms:created xsi:type="dcterms:W3CDTF">2023-04-24T05:50:18Z</dcterms:created>
  <dcterms:modified xsi:type="dcterms:W3CDTF">2026-03-21T08:09:30Z</dcterms:modified>
  <dc:language>en-IN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14.0000</vt:lpwstr>
  </property>
  <property fmtid="{D5CDD505-2E9C-101B-9397-08002B2CF9AE}" pid="3" name="HiddenSlides">
    <vt:i4>0</vt:i4>
  </property>
  <property fmtid="{D5CDD505-2E9C-101B-9397-08002B2CF9AE}" pid="4" name="HyperlinksChanged">
    <vt:bool>false</vt:bool>
  </property>
  <property fmtid="{D5CDD505-2E9C-101B-9397-08002B2CF9AE}" pid="5" name="LinksUpToDate">
    <vt:bool>false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On-screen Show (4:3)</vt:lpwstr>
  </property>
  <property fmtid="{D5CDD505-2E9C-101B-9397-08002B2CF9AE}" pid="9" name="ScaleCrop">
    <vt:bool>false</vt:bool>
  </property>
  <property fmtid="{D5CDD505-2E9C-101B-9397-08002B2CF9AE}" pid="10" name="ShareDoc">
    <vt:bool>false</vt:bool>
  </property>
  <property fmtid="{D5CDD505-2E9C-101B-9397-08002B2CF9AE}" pid="11" name="Slides">
    <vt:i4>8</vt:i4>
  </property>
</Properties>
</file>